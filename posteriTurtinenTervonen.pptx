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1" r:id="rId1"/>
  </p:sldMasterIdLst>
  <p:notesMasterIdLst>
    <p:notesMasterId r:id="rId3"/>
  </p:notesMasterIdLst>
  <p:sldIdLst>
    <p:sldId id="256" r:id="rId2"/>
  </p:sldIdLst>
  <p:sldSz cx="9601200" cy="12801600" type="A3"/>
  <p:notesSz cx="6858000" cy="9144000"/>
  <p:embeddedFontLst>
    <p:embeddedFont>
      <p:font typeface="Arial Narrow" panose="020B0606020202030204" pitchFamily="34"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708D840-C4B9-CE60-01BF-8701FAD79C6E}" name="Kari Jyrkkä" initials="KJ" userId="S::kajyrkka@oamk.fi::0182d398-07c2-4430-a729-36d10ccea24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B7CD"/>
    <a:srgbClr val="6582B1"/>
    <a:srgbClr val="A7CACD"/>
    <a:srgbClr val="6AA6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1770"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ableStyles" Target="tableStyles.xml"/><Relationship Id="rId5" Type="http://schemas.openxmlformats.org/officeDocument/2006/relationships/font" Target="fonts/font2.fntdata"/><Relationship Id="rId10" Type="http://schemas.openxmlformats.org/officeDocument/2006/relationships/theme" Target="theme/theme1.xml"/><Relationship Id="rId4" Type="http://schemas.openxmlformats.org/officeDocument/2006/relationships/font" Target="fonts/font1.fntdata"/><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610956" marR="0" lvl="1" indent="-1356" algn="l" rtl="0">
              <a:spcBef>
                <a:spcPts val="0"/>
              </a:spcBef>
              <a:buNone/>
              <a:defRPr sz="2400" b="0" i="0" u="none" strike="noStrike" cap="none">
                <a:solidFill>
                  <a:schemeClr val="dk1"/>
                </a:solidFill>
                <a:latin typeface="Calibri"/>
                <a:ea typeface="Calibri"/>
                <a:cs typeface="Calibri"/>
                <a:sym typeface="Calibri"/>
              </a:defRPr>
            </a:lvl2pPr>
            <a:lvl3pPr marL="1221913" marR="0" lvl="2" indent="-2713" algn="l" rtl="0">
              <a:spcBef>
                <a:spcPts val="0"/>
              </a:spcBef>
              <a:buNone/>
              <a:defRPr sz="2400" b="0" i="0" u="none" strike="noStrike" cap="none">
                <a:solidFill>
                  <a:schemeClr val="dk1"/>
                </a:solidFill>
                <a:latin typeface="Calibri"/>
                <a:ea typeface="Calibri"/>
                <a:cs typeface="Calibri"/>
                <a:sym typeface="Calibri"/>
              </a:defRPr>
            </a:lvl3pPr>
            <a:lvl4pPr marL="1832869" marR="0" lvl="3" indent="-4068" algn="l" rtl="0">
              <a:spcBef>
                <a:spcPts val="0"/>
              </a:spcBef>
              <a:buNone/>
              <a:defRPr sz="2400" b="0" i="0" u="none" strike="noStrike" cap="none">
                <a:solidFill>
                  <a:schemeClr val="dk1"/>
                </a:solidFill>
                <a:latin typeface="Calibri"/>
                <a:ea typeface="Calibri"/>
                <a:cs typeface="Calibri"/>
                <a:sym typeface="Calibri"/>
              </a:defRPr>
            </a:lvl4pPr>
            <a:lvl5pPr marL="2443825" marR="0" lvl="4" indent="-5425" algn="l" rtl="0">
              <a:spcBef>
                <a:spcPts val="0"/>
              </a:spcBef>
              <a:buNone/>
              <a:defRPr sz="2400" b="0" i="0" u="none" strike="noStrike" cap="none">
                <a:solidFill>
                  <a:schemeClr val="dk1"/>
                </a:solidFill>
                <a:latin typeface="Calibri"/>
                <a:ea typeface="Calibri"/>
                <a:cs typeface="Calibri"/>
                <a:sym typeface="Calibri"/>
              </a:defRPr>
            </a:lvl5pPr>
            <a:lvl6pPr marL="3054782" marR="0" lvl="5" indent="-6781" algn="l" rtl="0">
              <a:spcBef>
                <a:spcPts val="0"/>
              </a:spcBef>
              <a:buNone/>
              <a:defRPr sz="2400" b="0" i="0" u="none" strike="noStrike" cap="none">
                <a:solidFill>
                  <a:schemeClr val="dk1"/>
                </a:solidFill>
                <a:latin typeface="Calibri"/>
                <a:ea typeface="Calibri"/>
                <a:cs typeface="Calibri"/>
                <a:sym typeface="Calibri"/>
              </a:defRPr>
            </a:lvl6pPr>
            <a:lvl7pPr marL="3665738" marR="0" lvl="6" indent="-8137" algn="l" rtl="0">
              <a:spcBef>
                <a:spcPts val="0"/>
              </a:spcBef>
              <a:buNone/>
              <a:defRPr sz="2400" b="0" i="0" u="none" strike="noStrike" cap="none">
                <a:solidFill>
                  <a:schemeClr val="dk1"/>
                </a:solidFill>
                <a:latin typeface="Calibri"/>
                <a:ea typeface="Calibri"/>
                <a:cs typeface="Calibri"/>
                <a:sym typeface="Calibri"/>
              </a:defRPr>
            </a:lvl7pPr>
            <a:lvl8pPr marL="4276695" marR="0" lvl="7" indent="-9495" algn="l" rtl="0">
              <a:spcBef>
                <a:spcPts val="0"/>
              </a:spcBef>
              <a:buNone/>
              <a:defRPr sz="2400" b="0" i="0" u="none" strike="noStrike" cap="none">
                <a:solidFill>
                  <a:schemeClr val="dk1"/>
                </a:solidFill>
                <a:latin typeface="Calibri"/>
                <a:ea typeface="Calibri"/>
                <a:cs typeface="Calibri"/>
                <a:sym typeface="Calibri"/>
              </a:defRPr>
            </a:lvl8pPr>
            <a:lvl9pPr marL="4887651" marR="0" lvl="8" indent="-10850" algn="l" rtl="0">
              <a:spcBef>
                <a:spcPts val="0"/>
              </a:spcBef>
              <a:buNone/>
              <a:defRPr sz="2400" b="0" i="0" u="none" strike="noStrike" cap="none">
                <a:solidFill>
                  <a:schemeClr val="dk1"/>
                </a:solidFill>
                <a:latin typeface="Calibri"/>
                <a:ea typeface="Calibri"/>
                <a:cs typeface="Calibri"/>
                <a:sym typeface="Calibri"/>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Calibri"/>
                <a:ea typeface="Calibri"/>
                <a:cs typeface="Calibri"/>
                <a:sym typeface="Calibri"/>
              </a:defRPr>
            </a:lvl1pPr>
            <a:lvl2pPr marL="610956" marR="0" lvl="1" indent="-1356" algn="l" rtl="0">
              <a:spcBef>
                <a:spcPts val="0"/>
              </a:spcBef>
              <a:buNone/>
              <a:defRPr sz="2400" b="0" i="0" u="none" strike="noStrike" cap="none">
                <a:solidFill>
                  <a:schemeClr val="dk1"/>
                </a:solidFill>
                <a:latin typeface="Calibri"/>
                <a:ea typeface="Calibri"/>
                <a:cs typeface="Calibri"/>
                <a:sym typeface="Calibri"/>
              </a:defRPr>
            </a:lvl2pPr>
            <a:lvl3pPr marL="1221913" marR="0" lvl="2" indent="-2713" algn="l" rtl="0">
              <a:spcBef>
                <a:spcPts val="0"/>
              </a:spcBef>
              <a:buNone/>
              <a:defRPr sz="2400" b="0" i="0" u="none" strike="noStrike" cap="none">
                <a:solidFill>
                  <a:schemeClr val="dk1"/>
                </a:solidFill>
                <a:latin typeface="Calibri"/>
                <a:ea typeface="Calibri"/>
                <a:cs typeface="Calibri"/>
                <a:sym typeface="Calibri"/>
              </a:defRPr>
            </a:lvl3pPr>
            <a:lvl4pPr marL="1832869" marR="0" lvl="3" indent="-4068" algn="l" rtl="0">
              <a:spcBef>
                <a:spcPts val="0"/>
              </a:spcBef>
              <a:buNone/>
              <a:defRPr sz="2400" b="0" i="0" u="none" strike="noStrike" cap="none">
                <a:solidFill>
                  <a:schemeClr val="dk1"/>
                </a:solidFill>
                <a:latin typeface="Calibri"/>
                <a:ea typeface="Calibri"/>
                <a:cs typeface="Calibri"/>
                <a:sym typeface="Calibri"/>
              </a:defRPr>
            </a:lvl4pPr>
            <a:lvl5pPr marL="2443825" marR="0" lvl="4" indent="-5425" algn="l" rtl="0">
              <a:spcBef>
                <a:spcPts val="0"/>
              </a:spcBef>
              <a:buNone/>
              <a:defRPr sz="2400" b="0" i="0" u="none" strike="noStrike" cap="none">
                <a:solidFill>
                  <a:schemeClr val="dk1"/>
                </a:solidFill>
                <a:latin typeface="Calibri"/>
                <a:ea typeface="Calibri"/>
                <a:cs typeface="Calibri"/>
                <a:sym typeface="Calibri"/>
              </a:defRPr>
            </a:lvl5pPr>
            <a:lvl6pPr marL="3054782" marR="0" lvl="5" indent="-6781" algn="l" rtl="0">
              <a:spcBef>
                <a:spcPts val="0"/>
              </a:spcBef>
              <a:buNone/>
              <a:defRPr sz="2400" b="0" i="0" u="none" strike="noStrike" cap="none">
                <a:solidFill>
                  <a:schemeClr val="dk1"/>
                </a:solidFill>
                <a:latin typeface="Calibri"/>
                <a:ea typeface="Calibri"/>
                <a:cs typeface="Calibri"/>
                <a:sym typeface="Calibri"/>
              </a:defRPr>
            </a:lvl6pPr>
            <a:lvl7pPr marL="3665738" marR="0" lvl="6" indent="-8137" algn="l" rtl="0">
              <a:spcBef>
                <a:spcPts val="0"/>
              </a:spcBef>
              <a:buNone/>
              <a:defRPr sz="2400" b="0" i="0" u="none" strike="noStrike" cap="none">
                <a:solidFill>
                  <a:schemeClr val="dk1"/>
                </a:solidFill>
                <a:latin typeface="Calibri"/>
                <a:ea typeface="Calibri"/>
                <a:cs typeface="Calibri"/>
                <a:sym typeface="Calibri"/>
              </a:defRPr>
            </a:lvl7pPr>
            <a:lvl8pPr marL="4276695" marR="0" lvl="7" indent="-9495" algn="l" rtl="0">
              <a:spcBef>
                <a:spcPts val="0"/>
              </a:spcBef>
              <a:buNone/>
              <a:defRPr sz="2400" b="0" i="0" u="none" strike="noStrike" cap="none">
                <a:solidFill>
                  <a:schemeClr val="dk1"/>
                </a:solidFill>
                <a:latin typeface="Calibri"/>
                <a:ea typeface="Calibri"/>
                <a:cs typeface="Calibri"/>
                <a:sym typeface="Calibri"/>
              </a:defRPr>
            </a:lvl8pPr>
            <a:lvl9pPr marL="4887651" marR="0" lvl="8" indent="-10850" algn="l" rtl="0">
              <a:spcBef>
                <a:spcPts val="0"/>
              </a:spcBef>
              <a:buNone/>
              <a:defRPr sz="2400" b="0" i="0" u="none" strike="noStrike" cap="none">
                <a:solidFill>
                  <a:schemeClr val="dk1"/>
                </a:solidFill>
                <a:latin typeface="Calibri"/>
                <a:ea typeface="Calibri"/>
                <a:cs typeface="Calibri"/>
                <a:sym typeface="Calibri"/>
              </a:defRPr>
            </a:lvl9pPr>
          </a:lstStyle>
          <a:p>
            <a:endParaRPr/>
          </a:p>
        </p:txBody>
      </p:sp>
      <p:sp>
        <p:nvSpPr>
          <p:cNvPr id="5" name="Shape 5"/>
          <p:cNvSpPr>
            <a:spLocks noGrp="1" noRot="1" noChangeAspect="1"/>
          </p:cNvSpPr>
          <p:nvPr>
            <p:ph type="sldImg" idx="3"/>
          </p:nvPr>
        </p:nvSpPr>
        <p:spPr>
          <a:xfrm>
            <a:off x="2143125" y="685800"/>
            <a:ext cx="2571749"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600" b="0" i="0" u="none" strike="noStrike" cap="none">
                <a:solidFill>
                  <a:schemeClr val="dk1"/>
                </a:solidFill>
                <a:latin typeface="Calibri"/>
                <a:ea typeface="Calibri"/>
                <a:cs typeface="Calibri"/>
                <a:sym typeface="Calibri"/>
              </a:defRPr>
            </a:lvl1pPr>
            <a:lvl2pPr marL="610956" marR="0" lvl="1" indent="-1356" algn="l" rtl="0">
              <a:spcBef>
                <a:spcPts val="0"/>
              </a:spcBef>
              <a:buNone/>
              <a:defRPr sz="1600" b="0" i="0" u="none" strike="noStrike" cap="none">
                <a:solidFill>
                  <a:schemeClr val="dk1"/>
                </a:solidFill>
                <a:latin typeface="Calibri"/>
                <a:ea typeface="Calibri"/>
                <a:cs typeface="Calibri"/>
                <a:sym typeface="Calibri"/>
              </a:defRPr>
            </a:lvl2pPr>
            <a:lvl3pPr marL="1221913" marR="0" lvl="2" indent="-2713" algn="l" rtl="0">
              <a:spcBef>
                <a:spcPts val="0"/>
              </a:spcBef>
              <a:buNone/>
              <a:defRPr sz="1600" b="0" i="0" u="none" strike="noStrike" cap="none">
                <a:solidFill>
                  <a:schemeClr val="dk1"/>
                </a:solidFill>
                <a:latin typeface="Calibri"/>
                <a:ea typeface="Calibri"/>
                <a:cs typeface="Calibri"/>
                <a:sym typeface="Calibri"/>
              </a:defRPr>
            </a:lvl3pPr>
            <a:lvl4pPr marL="1832869" marR="0" lvl="3" indent="-4068" algn="l" rtl="0">
              <a:spcBef>
                <a:spcPts val="0"/>
              </a:spcBef>
              <a:buNone/>
              <a:defRPr sz="1600" b="0" i="0" u="none" strike="noStrike" cap="none">
                <a:solidFill>
                  <a:schemeClr val="dk1"/>
                </a:solidFill>
                <a:latin typeface="Calibri"/>
                <a:ea typeface="Calibri"/>
                <a:cs typeface="Calibri"/>
                <a:sym typeface="Calibri"/>
              </a:defRPr>
            </a:lvl4pPr>
            <a:lvl5pPr marL="2443825" marR="0" lvl="4" indent="-5425" algn="l" rtl="0">
              <a:spcBef>
                <a:spcPts val="0"/>
              </a:spcBef>
              <a:buNone/>
              <a:defRPr sz="1600" b="0" i="0" u="none" strike="noStrike" cap="none">
                <a:solidFill>
                  <a:schemeClr val="dk1"/>
                </a:solidFill>
                <a:latin typeface="Calibri"/>
                <a:ea typeface="Calibri"/>
                <a:cs typeface="Calibri"/>
                <a:sym typeface="Calibri"/>
              </a:defRPr>
            </a:lvl5pPr>
            <a:lvl6pPr marL="3054782" marR="0" lvl="5" indent="-6781" algn="l" rtl="0">
              <a:spcBef>
                <a:spcPts val="0"/>
              </a:spcBef>
              <a:buNone/>
              <a:defRPr sz="1600" b="0" i="0" u="none" strike="noStrike" cap="none">
                <a:solidFill>
                  <a:schemeClr val="dk1"/>
                </a:solidFill>
                <a:latin typeface="Calibri"/>
                <a:ea typeface="Calibri"/>
                <a:cs typeface="Calibri"/>
                <a:sym typeface="Calibri"/>
              </a:defRPr>
            </a:lvl6pPr>
            <a:lvl7pPr marL="3665738" marR="0" lvl="6" indent="-8137" algn="l" rtl="0">
              <a:spcBef>
                <a:spcPts val="0"/>
              </a:spcBef>
              <a:buNone/>
              <a:defRPr sz="1600" b="0" i="0" u="none" strike="noStrike" cap="none">
                <a:solidFill>
                  <a:schemeClr val="dk1"/>
                </a:solidFill>
                <a:latin typeface="Calibri"/>
                <a:ea typeface="Calibri"/>
                <a:cs typeface="Calibri"/>
                <a:sym typeface="Calibri"/>
              </a:defRPr>
            </a:lvl7pPr>
            <a:lvl8pPr marL="4276695" marR="0" lvl="7" indent="-9495" algn="l" rtl="0">
              <a:spcBef>
                <a:spcPts val="0"/>
              </a:spcBef>
              <a:buNone/>
              <a:defRPr sz="1600" b="0" i="0" u="none" strike="noStrike" cap="none">
                <a:solidFill>
                  <a:schemeClr val="dk1"/>
                </a:solidFill>
                <a:latin typeface="Calibri"/>
                <a:ea typeface="Calibri"/>
                <a:cs typeface="Calibri"/>
                <a:sym typeface="Calibri"/>
              </a:defRPr>
            </a:lvl8pPr>
            <a:lvl9pPr marL="4887651" marR="0" lvl="8" indent="-10850" algn="l" rtl="0">
              <a:spcBef>
                <a:spcPts val="0"/>
              </a:spcBef>
              <a:buNone/>
              <a:defRPr sz="1600" b="0" i="0" u="none" strike="noStrike" cap="none">
                <a:solidFill>
                  <a:schemeClr val="dk1"/>
                </a:solidFill>
                <a:latin typeface="Calibri"/>
                <a:ea typeface="Calibri"/>
                <a:cs typeface="Calibri"/>
                <a:sym typeface="Calibri"/>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610956" marR="0" lvl="1" indent="-1356" algn="l" rtl="0">
              <a:spcBef>
                <a:spcPts val="0"/>
              </a:spcBef>
              <a:buNone/>
              <a:defRPr sz="2400" b="0" i="0" u="none" strike="noStrike" cap="none">
                <a:solidFill>
                  <a:schemeClr val="dk1"/>
                </a:solidFill>
                <a:latin typeface="Calibri"/>
                <a:ea typeface="Calibri"/>
                <a:cs typeface="Calibri"/>
                <a:sym typeface="Calibri"/>
              </a:defRPr>
            </a:lvl2pPr>
            <a:lvl3pPr marL="1221913" marR="0" lvl="2" indent="-2713" algn="l" rtl="0">
              <a:spcBef>
                <a:spcPts val="0"/>
              </a:spcBef>
              <a:buNone/>
              <a:defRPr sz="2400" b="0" i="0" u="none" strike="noStrike" cap="none">
                <a:solidFill>
                  <a:schemeClr val="dk1"/>
                </a:solidFill>
                <a:latin typeface="Calibri"/>
                <a:ea typeface="Calibri"/>
                <a:cs typeface="Calibri"/>
                <a:sym typeface="Calibri"/>
              </a:defRPr>
            </a:lvl3pPr>
            <a:lvl4pPr marL="1832869" marR="0" lvl="3" indent="-4068" algn="l" rtl="0">
              <a:spcBef>
                <a:spcPts val="0"/>
              </a:spcBef>
              <a:buNone/>
              <a:defRPr sz="2400" b="0" i="0" u="none" strike="noStrike" cap="none">
                <a:solidFill>
                  <a:schemeClr val="dk1"/>
                </a:solidFill>
                <a:latin typeface="Calibri"/>
                <a:ea typeface="Calibri"/>
                <a:cs typeface="Calibri"/>
                <a:sym typeface="Calibri"/>
              </a:defRPr>
            </a:lvl4pPr>
            <a:lvl5pPr marL="2443825" marR="0" lvl="4" indent="-5425" algn="l" rtl="0">
              <a:spcBef>
                <a:spcPts val="0"/>
              </a:spcBef>
              <a:buNone/>
              <a:defRPr sz="2400" b="0" i="0" u="none" strike="noStrike" cap="none">
                <a:solidFill>
                  <a:schemeClr val="dk1"/>
                </a:solidFill>
                <a:latin typeface="Calibri"/>
                <a:ea typeface="Calibri"/>
                <a:cs typeface="Calibri"/>
                <a:sym typeface="Calibri"/>
              </a:defRPr>
            </a:lvl5pPr>
            <a:lvl6pPr marL="3054782" marR="0" lvl="5" indent="-6781" algn="l" rtl="0">
              <a:spcBef>
                <a:spcPts val="0"/>
              </a:spcBef>
              <a:buNone/>
              <a:defRPr sz="2400" b="0" i="0" u="none" strike="noStrike" cap="none">
                <a:solidFill>
                  <a:schemeClr val="dk1"/>
                </a:solidFill>
                <a:latin typeface="Calibri"/>
                <a:ea typeface="Calibri"/>
                <a:cs typeface="Calibri"/>
                <a:sym typeface="Calibri"/>
              </a:defRPr>
            </a:lvl6pPr>
            <a:lvl7pPr marL="3665738" marR="0" lvl="6" indent="-8137" algn="l" rtl="0">
              <a:spcBef>
                <a:spcPts val="0"/>
              </a:spcBef>
              <a:buNone/>
              <a:defRPr sz="2400" b="0" i="0" u="none" strike="noStrike" cap="none">
                <a:solidFill>
                  <a:schemeClr val="dk1"/>
                </a:solidFill>
                <a:latin typeface="Calibri"/>
                <a:ea typeface="Calibri"/>
                <a:cs typeface="Calibri"/>
                <a:sym typeface="Calibri"/>
              </a:defRPr>
            </a:lvl7pPr>
            <a:lvl8pPr marL="4276695" marR="0" lvl="7" indent="-9495" algn="l" rtl="0">
              <a:spcBef>
                <a:spcPts val="0"/>
              </a:spcBef>
              <a:buNone/>
              <a:defRPr sz="2400" b="0" i="0" u="none" strike="noStrike" cap="none">
                <a:solidFill>
                  <a:schemeClr val="dk1"/>
                </a:solidFill>
                <a:latin typeface="Calibri"/>
                <a:ea typeface="Calibri"/>
                <a:cs typeface="Calibri"/>
                <a:sym typeface="Calibri"/>
              </a:defRPr>
            </a:lvl8pPr>
            <a:lvl9pPr marL="4887651" marR="0" lvl="8" indent="-10850" algn="l" rtl="0">
              <a:spcBef>
                <a:spcPts val="0"/>
              </a:spcBef>
              <a:buNone/>
              <a:defRPr sz="24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fi-FI" sz="1200" b="0" i="0" u="none" strike="noStrike" cap="none">
                <a:solidFill>
                  <a:schemeClr val="dk1"/>
                </a:solidFill>
                <a:latin typeface="Calibri"/>
                <a:ea typeface="Calibri"/>
                <a:cs typeface="Calibri"/>
                <a:sym typeface="Calibri"/>
              </a:rPr>
              <a:t>‹#›</a:t>
            </a:fld>
            <a:endParaRPr lang="fi-FI"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p:cNvGrpSpPr/>
        <p:nvPr/>
      </p:nvGrpSpPr>
      <p:grpSpPr>
        <a:xfrm>
          <a:off x="0" y="0"/>
          <a:ext cx="0" cy="0"/>
          <a:chOff x="0" y="0"/>
          <a:chExt cx="0" cy="0"/>
        </a:xfrm>
      </p:grpSpPr>
      <p:sp>
        <p:nvSpPr>
          <p:cNvPr id="24" name="Shape 2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25" name="Shape 25"/>
          <p:cNvSpPr>
            <a:spLocks noGrp="1" noRot="1" noChangeAspect="1"/>
          </p:cNvSpPr>
          <p:nvPr>
            <p:ph type="sldImg" idx="2"/>
          </p:nvPr>
        </p:nvSpPr>
        <p:spPr>
          <a:xfrm>
            <a:off x="2143125" y="685800"/>
            <a:ext cx="257175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and three contents">
    <p:spTree>
      <p:nvGrpSpPr>
        <p:cNvPr id="1" name="Shape 14"/>
        <p:cNvGrpSpPr/>
        <p:nvPr/>
      </p:nvGrpSpPr>
      <p:grpSpPr>
        <a:xfrm>
          <a:off x="0" y="0"/>
          <a:ext cx="0" cy="0"/>
          <a:chOff x="0" y="0"/>
          <a:chExt cx="0" cy="0"/>
        </a:xfrm>
      </p:grpSpPr>
      <p:sp>
        <p:nvSpPr>
          <p:cNvPr id="15" name="Shape 15"/>
          <p:cNvSpPr txBox="1">
            <a:spLocks noGrp="1"/>
          </p:cNvSpPr>
          <p:nvPr>
            <p:ph type="body" idx="1"/>
          </p:nvPr>
        </p:nvSpPr>
        <p:spPr>
          <a:xfrm>
            <a:off x="502152" y="2735385"/>
            <a:ext cx="2813821" cy="8548989"/>
          </a:xfrm>
          <a:prstGeom prst="rect">
            <a:avLst/>
          </a:prstGeom>
          <a:noFill/>
          <a:ln>
            <a:noFill/>
          </a:ln>
        </p:spPr>
        <p:txBody>
          <a:bodyPr lIns="91425" tIns="91425" rIns="91425" bIns="91425" anchor="t" anchorCtr="0"/>
          <a:lstStyle>
            <a:lvl1pPr marL="0" marR="0" lvl="0" indent="0" algn="l" rtl="0">
              <a:lnSpc>
                <a:spcPct val="100000"/>
              </a:lnSpc>
              <a:spcBef>
                <a:spcPts val="300"/>
              </a:spcBef>
              <a:spcAft>
                <a:spcPts val="0"/>
              </a:spcAft>
              <a:buClr>
                <a:schemeClr val="dk1"/>
              </a:buClr>
              <a:buFont typeface="Arial Narrow"/>
              <a:buNone/>
              <a:defRPr sz="1500" b="0" i="0" u="none" strike="noStrike" cap="none">
                <a:solidFill>
                  <a:schemeClr val="dk1"/>
                </a:solidFill>
                <a:latin typeface="Arial Narrow"/>
                <a:ea typeface="Arial Narrow"/>
                <a:cs typeface="Arial Narrow"/>
                <a:sym typeface="Arial Narrow"/>
              </a:defRPr>
            </a:lvl1pPr>
            <a:lvl2pPr marL="610956" marR="0" lvl="1" indent="-1356"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2pPr>
            <a:lvl3pPr marL="1221913" marR="0" lvl="2" indent="-2713"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3pPr>
            <a:lvl4pPr marL="1832869" marR="0" lvl="3" indent="-4068"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4pPr>
            <a:lvl5pPr marL="2443825" marR="0" lvl="4" indent="-5425"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5pPr>
            <a:lvl6pPr marL="3360260" marR="0" lvl="5" indent="-140810"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6pPr>
            <a:lvl7pPr marL="3971216" marR="0" lvl="6" indent="-142166"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7pPr>
            <a:lvl8pPr marL="4582173" marR="0" lvl="7" indent="-143523"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8pPr>
            <a:lvl9pPr marL="5193129" marR="0" lvl="8" indent="-144879"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9pPr>
          </a:lstStyle>
          <a:p>
            <a:endParaRPr/>
          </a:p>
        </p:txBody>
      </p:sp>
      <p:sp>
        <p:nvSpPr>
          <p:cNvPr id="16" name="Shape 16"/>
          <p:cNvSpPr txBox="1">
            <a:spLocks noGrp="1"/>
          </p:cNvSpPr>
          <p:nvPr>
            <p:ph type="body" idx="2"/>
          </p:nvPr>
        </p:nvSpPr>
        <p:spPr>
          <a:xfrm>
            <a:off x="3445642" y="2735385"/>
            <a:ext cx="2813821" cy="8548989"/>
          </a:xfrm>
          <a:prstGeom prst="rect">
            <a:avLst/>
          </a:prstGeom>
          <a:noFill/>
          <a:ln>
            <a:noFill/>
          </a:ln>
        </p:spPr>
        <p:txBody>
          <a:bodyPr lIns="91425" tIns="91425" rIns="91425" bIns="91425" anchor="t" anchorCtr="0"/>
          <a:lstStyle>
            <a:lvl1pPr marL="0" marR="0" lvl="0" indent="0" algn="l" rtl="0">
              <a:lnSpc>
                <a:spcPct val="100000"/>
              </a:lnSpc>
              <a:spcBef>
                <a:spcPts val="300"/>
              </a:spcBef>
              <a:spcAft>
                <a:spcPts val="0"/>
              </a:spcAft>
              <a:buClr>
                <a:schemeClr val="dk1"/>
              </a:buClr>
              <a:buFont typeface="Arial Narrow"/>
              <a:buNone/>
              <a:defRPr sz="1500" b="0" i="0" u="none" strike="noStrike" cap="none">
                <a:solidFill>
                  <a:schemeClr val="dk1"/>
                </a:solidFill>
                <a:latin typeface="Arial Narrow"/>
                <a:ea typeface="Arial Narrow"/>
                <a:cs typeface="Arial Narrow"/>
                <a:sym typeface="Arial Narrow"/>
              </a:defRPr>
            </a:lvl1pPr>
            <a:lvl2pPr marL="610956" marR="0" lvl="1" indent="-1356"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2pPr>
            <a:lvl3pPr marL="1221913" marR="0" lvl="2" indent="-2713"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3pPr>
            <a:lvl4pPr marL="1832869" marR="0" lvl="3" indent="-4068"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4pPr>
            <a:lvl5pPr marL="2443825" marR="0" lvl="4" indent="-5425"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5pPr>
            <a:lvl6pPr marL="3360260" marR="0" lvl="5" indent="-140810"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6pPr>
            <a:lvl7pPr marL="3971216" marR="0" lvl="6" indent="-142166"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7pPr>
            <a:lvl8pPr marL="4582173" marR="0" lvl="7" indent="-143523"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8pPr>
            <a:lvl9pPr marL="5193129" marR="0" lvl="8" indent="-144879"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9pPr>
          </a:lstStyle>
          <a:p>
            <a:endParaRPr/>
          </a:p>
        </p:txBody>
      </p:sp>
      <p:sp>
        <p:nvSpPr>
          <p:cNvPr id="17" name="Shape 17"/>
          <p:cNvSpPr txBox="1">
            <a:spLocks noGrp="1"/>
          </p:cNvSpPr>
          <p:nvPr>
            <p:ph type="body" idx="3"/>
          </p:nvPr>
        </p:nvSpPr>
        <p:spPr>
          <a:xfrm>
            <a:off x="6389132" y="2735385"/>
            <a:ext cx="2813821" cy="8548989"/>
          </a:xfrm>
          <a:prstGeom prst="rect">
            <a:avLst/>
          </a:prstGeom>
          <a:noFill/>
          <a:ln>
            <a:noFill/>
          </a:ln>
        </p:spPr>
        <p:txBody>
          <a:bodyPr lIns="91425" tIns="91425" rIns="91425" bIns="91425" anchor="t" anchorCtr="0"/>
          <a:lstStyle>
            <a:lvl1pPr marL="0" marR="0" lvl="0" indent="0" algn="l" rtl="0">
              <a:lnSpc>
                <a:spcPct val="100000"/>
              </a:lnSpc>
              <a:spcBef>
                <a:spcPts val="300"/>
              </a:spcBef>
              <a:spcAft>
                <a:spcPts val="0"/>
              </a:spcAft>
              <a:buClr>
                <a:schemeClr val="dk1"/>
              </a:buClr>
              <a:buFont typeface="Arial Narrow"/>
              <a:buNone/>
              <a:defRPr sz="1500" b="0" i="0" u="none" strike="noStrike" cap="none">
                <a:solidFill>
                  <a:schemeClr val="dk1"/>
                </a:solidFill>
                <a:latin typeface="Arial Narrow"/>
                <a:ea typeface="Arial Narrow"/>
                <a:cs typeface="Arial Narrow"/>
                <a:sym typeface="Arial Narrow"/>
              </a:defRPr>
            </a:lvl1pPr>
            <a:lvl2pPr marL="610956" marR="0" lvl="1" indent="-1356"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2pPr>
            <a:lvl3pPr marL="1221913" marR="0" lvl="2" indent="-2713"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3pPr>
            <a:lvl4pPr marL="1832869" marR="0" lvl="3" indent="-4068"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4pPr>
            <a:lvl5pPr marL="2443825" marR="0" lvl="4" indent="-5425"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5pPr>
            <a:lvl6pPr marL="3360260" marR="0" lvl="5" indent="-140810"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6pPr>
            <a:lvl7pPr marL="3971216" marR="0" lvl="6" indent="-142166"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7pPr>
            <a:lvl8pPr marL="4582173" marR="0" lvl="7" indent="-143523"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8pPr>
            <a:lvl9pPr marL="5193129" marR="0" lvl="8" indent="-144879"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18"/>
        <p:cNvGrpSpPr/>
        <p:nvPr/>
      </p:nvGrpSpPr>
      <p:grpSpPr>
        <a:xfrm>
          <a:off x="0" y="0"/>
          <a:ext cx="0" cy="0"/>
          <a:chOff x="0" y="0"/>
          <a:chExt cx="0" cy="0"/>
        </a:xfrm>
      </p:grpSpPr>
      <p:sp>
        <p:nvSpPr>
          <p:cNvPr id="19" name="Shape 19"/>
          <p:cNvSpPr txBox="1">
            <a:spLocks noGrp="1"/>
          </p:cNvSpPr>
          <p:nvPr>
            <p:ph type="body" idx="1"/>
          </p:nvPr>
        </p:nvSpPr>
        <p:spPr>
          <a:xfrm>
            <a:off x="502152" y="2757268"/>
            <a:ext cx="8700800" cy="8527105"/>
          </a:xfrm>
          <a:prstGeom prst="rect">
            <a:avLst/>
          </a:prstGeom>
          <a:noFill/>
          <a:ln>
            <a:noFill/>
          </a:ln>
        </p:spPr>
        <p:txBody>
          <a:bodyPr lIns="91425" tIns="91425" rIns="91425" bIns="91425" anchor="t" anchorCtr="0"/>
          <a:lstStyle>
            <a:lvl1pPr marL="0" marR="0" lvl="0" indent="0" algn="l" rtl="0">
              <a:spcBef>
                <a:spcPts val="300"/>
              </a:spcBef>
              <a:buClr>
                <a:schemeClr val="dk1"/>
              </a:buClr>
              <a:buFont typeface="Arial Narrow"/>
              <a:buNone/>
              <a:defRPr sz="1500" b="0" i="0" u="none" strike="noStrike" cap="none">
                <a:solidFill>
                  <a:schemeClr val="dk1"/>
                </a:solidFill>
                <a:latin typeface="Arial Narrow"/>
                <a:ea typeface="Arial Narrow"/>
                <a:cs typeface="Arial Narrow"/>
                <a:sym typeface="Arial Narrow"/>
              </a:defRPr>
            </a:lvl1pPr>
            <a:lvl2pPr marL="610956" marR="0" lvl="1" indent="-1356"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2pPr>
            <a:lvl3pPr marL="1221913" marR="0" lvl="2" indent="-2713"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3pPr>
            <a:lvl4pPr marL="1832869" marR="0" lvl="3" indent="-4068"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4pPr>
            <a:lvl5pPr marL="2443825" marR="0" lvl="4" indent="-5425"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5pPr>
            <a:lvl6pPr marL="3360260" marR="0" lvl="5" indent="-140810"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6pPr>
            <a:lvl7pPr marL="3971216" marR="0" lvl="6" indent="-142166"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7pPr>
            <a:lvl8pPr marL="4582173" marR="0" lvl="7" indent="-143523"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8pPr>
            <a:lvl9pPr marL="5193129" marR="0" lvl="8" indent="-144879"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two contents">
    <p:spTree>
      <p:nvGrpSpPr>
        <p:cNvPr id="1" name="Shape 20"/>
        <p:cNvGrpSpPr/>
        <p:nvPr/>
      </p:nvGrpSpPr>
      <p:grpSpPr>
        <a:xfrm>
          <a:off x="0" y="0"/>
          <a:ext cx="0" cy="0"/>
          <a:chOff x="0" y="0"/>
          <a:chExt cx="0" cy="0"/>
        </a:xfrm>
      </p:grpSpPr>
      <p:sp>
        <p:nvSpPr>
          <p:cNvPr id="21" name="Shape 21"/>
          <p:cNvSpPr txBox="1">
            <a:spLocks noGrp="1"/>
          </p:cNvSpPr>
          <p:nvPr>
            <p:ph type="body" idx="1"/>
          </p:nvPr>
        </p:nvSpPr>
        <p:spPr>
          <a:xfrm>
            <a:off x="502152" y="2765250"/>
            <a:ext cx="4307340" cy="8519124"/>
          </a:xfrm>
          <a:prstGeom prst="rect">
            <a:avLst/>
          </a:prstGeom>
          <a:noFill/>
          <a:ln>
            <a:noFill/>
          </a:ln>
        </p:spPr>
        <p:txBody>
          <a:bodyPr lIns="91425" tIns="91425" rIns="91425" bIns="91425" anchor="t" anchorCtr="0"/>
          <a:lstStyle>
            <a:lvl1pPr marL="0" marR="0" lvl="0" indent="0" algn="l" rtl="0">
              <a:lnSpc>
                <a:spcPct val="100000"/>
              </a:lnSpc>
              <a:spcBef>
                <a:spcPts val="300"/>
              </a:spcBef>
              <a:spcAft>
                <a:spcPts val="0"/>
              </a:spcAft>
              <a:buClr>
                <a:schemeClr val="dk1"/>
              </a:buClr>
              <a:buFont typeface="Arial Narrow"/>
              <a:buNone/>
              <a:defRPr sz="1500" b="0" i="0" u="none" strike="noStrike" cap="none">
                <a:solidFill>
                  <a:schemeClr val="dk1"/>
                </a:solidFill>
                <a:latin typeface="Arial Narrow"/>
                <a:ea typeface="Arial Narrow"/>
                <a:cs typeface="Arial Narrow"/>
                <a:sym typeface="Arial Narrow"/>
              </a:defRPr>
            </a:lvl1pPr>
            <a:lvl2pPr marL="610956" marR="0" lvl="1" indent="-1356"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2pPr>
            <a:lvl3pPr marL="1221913" marR="0" lvl="2" indent="-2713"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3pPr>
            <a:lvl4pPr marL="1832869" marR="0" lvl="3" indent="-4068"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4pPr>
            <a:lvl5pPr marL="2443825" marR="0" lvl="4" indent="-5425"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5pPr>
            <a:lvl6pPr marL="3360260" marR="0" lvl="5" indent="-140810"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6pPr>
            <a:lvl7pPr marL="3971216" marR="0" lvl="6" indent="-142166"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7pPr>
            <a:lvl8pPr marL="4582173" marR="0" lvl="7" indent="-143523"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8pPr>
            <a:lvl9pPr marL="5193129" marR="0" lvl="8" indent="-144879"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9pPr>
          </a:lstStyle>
          <a:p>
            <a:endParaRPr/>
          </a:p>
        </p:txBody>
      </p:sp>
      <p:sp>
        <p:nvSpPr>
          <p:cNvPr id="22" name="Shape 22"/>
          <p:cNvSpPr txBox="1">
            <a:spLocks noGrp="1"/>
          </p:cNvSpPr>
          <p:nvPr>
            <p:ph type="body" idx="2"/>
          </p:nvPr>
        </p:nvSpPr>
        <p:spPr>
          <a:xfrm>
            <a:off x="4898392" y="2765250"/>
            <a:ext cx="4304562" cy="8519124"/>
          </a:xfrm>
          <a:prstGeom prst="rect">
            <a:avLst/>
          </a:prstGeom>
          <a:noFill/>
          <a:ln>
            <a:noFill/>
          </a:ln>
        </p:spPr>
        <p:txBody>
          <a:bodyPr lIns="91425" tIns="91425" rIns="91425" bIns="91425" anchor="t" anchorCtr="0"/>
          <a:lstStyle>
            <a:lvl1pPr marL="0" marR="0" lvl="0" indent="0" algn="l" rtl="0">
              <a:lnSpc>
                <a:spcPct val="100000"/>
              </a:lnSpc>
              <a:spcBef>
                <a:spcPts val="300"/>
              </a:spcBef>
              <a:spcAft>
                <a:spcPts val="0"/>
              </a:spcAft>
              <a:buClr>
                <a:schemeClr val="dk1"/>
              </a:buClr>
              <a:buFont typeface="Arial Narrow"/>
              <a:buNone/>
              <a:defRPr sz="1500" b="0" i="0" u="none" strike="noStrike" cap="none">
                <a:solidFill>
                  <a:schemeClr val="dk1"/>
                </a:solidFill>
                <a:latin typeface="Arial Narrow"/>
                <a:ea typeface="Arial Narrow"/>
                <a:cs typeface="Arial Narrow"/>
                <a:sym typeface="Arial Narrow"/>
              </a:defRPr>
            </a:lvl1pPr>
            <a:lvl2pPr marL="610956" marR="0" lvl="1" indent="-1356"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2pPr>
            <a:lvl3pPr marL="1221913" marR="0" lvl="2" indent="-2713"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3pPr>
            <a:lvl4pPr marL="1832869" marR="0" lvl="3" indent="-4068"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4pPr>
            <a:lvl5pPr marL="2443825" marR="0" lvl="4" indent="-5425" algn="l" rtl="0">
              <a:spcBef>
                <a:spcPts val="320"/>
              </a:spcBef>
              <a:buClr>
                <a:schemeClr val="dk1"/>
              </a:buClr>
              <a:buFont typeface="Arial Narrow"/>
              <a:buNone/>
              <a:defRPr sz="1600" b="0" i="0" u="none" strike="noStrike" cap="none">
                <a:solidFill>
                  <a:schemeClr val="dk1"/>
                </a:solidFill>
                <a:latin typeface="Arial Narrow"/>
                <a:ea typeface="Arial Narrow"/>
                <a:cs typeface="Arial Narrow"/>
                <a:sym typeface="Arial Narrow"/>
              </a:defRPr>
            </a:lvl5pPr>
            <a:lvl6pPr marL="3360260" marR="0" lvl="5" indent="-140810"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6pPr>
            <a:lvl7pPr marL="3971216" marR="0" lvl="6" indent="-142166"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7pPr>
            <a:lvl8pPr marL="4582173" marR="0" lvl="7" indent="-143523"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8pPr>
            <a:lvl9pPr marL="5193129" marR="0" lvl="8" indent="-144879" algn="l" rtl="0">
              <a:spcBef>
                <a:spcPts val="540"/>
              </a:spcBef>
              <a:buClr>
                <a:schemeClr val="dk1"/>
              </a:buClr>
              <a:buSzPct val="100000"/>
              <a:buFont typeface="Arial"/>
              <a:buChar char="•"/>
              <a:defRPr sz="2700" b="0" i="0" u="none" strike="noStrike" cap="none">
                <a:solidFill>
                  <a:schemeClr val="dk1"/>
                </a:solidFill>
                <a:latin typeface="Arial Narrow"/>
                <a:ea typeface="Arial Narrow"/>
                <a:cs typeface="Arial Narrow"/>
                <a:sym typeface="Arial Narrow"/>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502152" y="909737"/>
            <a:ext cx="8700800" cy="797139"/>
          </a:xfrm>
          <a:prstGeom prst="rect">
            <a:avLst/>
          </a:prstGeom>
          <a:noFill/>
          <a:ln>
            <a:noFill/>
          </a:ln>
        </p:spPr>
        <p:txBody>
          <a:bodyPr lIns="91425" tIns="91425" rIns="91425" bIns="91425" anchor="t" anchorCtr="0"/>
          <a:lstStyle>
            <a:lvl1pPr marL="0" marR="0" lvl="0" indent="0" algn="l" rtl="0">
              <a:spcBef>
                <a:spcPts val="0"/>
              </a:spcBef>
              <a:buClr>
                <a:schemeClr val="dk2"/>
              </a:buClr>
              <a:buFont typeface="Arial Narrow"/>
              <a:buNone/>
              <a:defRPr sz="3200" b="0" i="0" u="none" strike="noStrike" cap="none">
                <a:solidFill>
                  <a:schemeClr val="dk2"/>
                </a:solidFill>
                <a:latin typeface="Arial Narrow"/>
                <a:ea typeface="Arial Narrow"/>
                <a:cs typeface="Arial Narrow"/>
                <a:sym typeface="Arial Narrow"/>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ftr" idx="11"/>
          </p:nvPr>
        </p:nvSpPr>
        <p:spPr>
          <a:xfrm>
            <a:off x="502152" y="1720777"/>
            <a:ext cx="8700800" cy="645019"/>
          </a:xfrm>
          <a:prstGeom prst="rect">
            <a:avLst/>
          </a:prstGeom>
          <a:noFill/>
          <a:ln>
            <a:noFill/>
          </a:ln>
        </p:spPr>
        <p:txBody>
          <a:bodyPr lIns="91425" tIns="91425" rIns="91425" bIns="91425" anchor="t" anchorCtr="0"/>
          <a:lstStyle>
            <a:lvl1pPr marL="0" marR="0" lvl="0" indent="0" algn="l" rtl="0">
              <a:spcBef>
                <a:spcPts val="0"/>
              </a:spcBef>
              <a:buNone/>
              <a:defRPr sz="1300" b="0" i="0" u="none" strike="noStrike" cap="none">
                <a:solidFill>
                  <a:srgbClr val="7F7F7F"/>
                </a:solidFill>
                <a:latin typeface="Arial Narrow"/>
                <a:ea typeface="Arial Narrow"/>
                <a:cs typeface="Arial Narrow"/>
                <a:sym typeface="Arial Narrow"/>
              </a:defRPr>
            </a:lvl1pPr>
            <a:lvl2pPr marL="610956" marR="0" lvl="1" indent="-1356" algn="l" rtl="0">
              <a:spcBef>
                <a:spcPts val="0"/>
              </a:spcBef>
              <a:buNone/>
              <a:defRPr sz="2400" b="0" i="0" u="none" strike="noStrike" cap="none">
                <a:solidFill>
                  <a:schemeClr val="dk1"/>
                </a:solidFill>
                <a:latin typeface="Arial Narrow"/>
                <a:ea typeface="Arial Narrow"/>
                <a:cs typeface="Arial Narrow"/>
                <a:sym typeface="Arial Narrow"/>
              </a:defRPr>
            </a:lvl2pPr>
            <a:lvl3pPr marL="1221913" marR="0" lvl="2" indent="-2713" algn="l" rtl="0">
              <a:spcBef>
                <a:spcPts val="0"/>
              </a:spcBef>
              <a:buNone/>
              <a:defRPr sz="2400" b="0" i="0" u="none" strike="noStrike" cap="none">
                <a:solidFill>
                  <a:schemeClr val="dk1"/>
                </a:solidFill>
                <a:latin typeface="Arial Narrow"/>
                <a:ea typeface="Arial Narrow"/>
                <a:cs typeface="Arial Narrow"/>
                <a:sym typeface="Arial Narrow"/>
              </a:defRPr>
            </a:lvl3pPr>
            <a:lvl4pPr marL="1832869" marR="0" lvl="3" indent="-4068" algn="l" rtl="0">
              <a:spcBef>
                <a:spcPts val="0"/>
              </a:spcBef>
              <a:buNone/>
              <a:defRPr sz="2400" b="0" i="0" u="none" strike="noStrike" cap="none">
                <a:solidFill>
                  <a:schemeClr val="dk1"/>
                </a:solidFill>
                <a:latin typeface="Arial Narrow"/>
                <a:ea typeface="Arial Narrow"/>
                <a:cs typeface="Arial Narrow"/>
                <a:sym typeface="Arial Narrow"/>
              </a:defRPr>
            </a:lvl4pPr>
            <a:lvl5pPr marL="2443825" marR="0" lvl="4" indent="-5425" algn="l" rtl="0">
              <a:spcBef>
                <a:spcPts val="0"/>
              </a:spcBef>
              <a:buNone/>
              <a:defRPr sz="2400" b="0" i="0" u="none" strike="noStrike" cap="none">
                <a:solidFill>
                  <a:schemeClr val="dk1"/>
                </a:solidFill>
                <a:latin typeface="Arial Narrow"/>
                <a:ea typeface="Arial Narrow"/>
                <a:cs typeface="Arial Narrow"/>
                <a:sym typeface="Arial Narrow"/>
              </a:defRPr>
            </a:lvl5pPr>
            <a:lvl6pPr marL="3054782" marR="0" lvl="5" indent="-6781" algn="l" rtl="0">
              <a:spcBef>
                <a:spcPts val="0"/>
              </a:spcBef>
              <a:buNone/>
              <a:defRPr sz="2400" b="0" i="0" u="none" strike="noStrike" cap="none">
                <a:solidFill>
                  <a:schemeClr val="dk1"/>
                </a:solidFill>
                <a:latin typeface="Arial Narrow"/>
                <a:ea typeface="Arial Narrow"/>
                <a:cs typeface="Arial Narrow"/>
                <a:sym typeface="Arial Narrow"/>
              </a:defRPr>
            </a:lvl6pPr>
            <a:lvl7pPr marL="3665738" marR="0" lvl="6" indent="-8137" algn="l" rtl="0">
              <a:spcBef>
                <a:spcPts val="0"/>
              </a:spcBef>
              <a:buNone/>
              <a:defRPr sz="2400" b="0" i="0" u="none" strike="noStrike" cap="none">
                <a:solidFill>
                  <a:schemeClr val="dk1"/>
                </a:solidFill>
                <a:latin typeface="Arial Narrow"/>
                <a:ea typeface="Arial Narrow"/>
                <a:cs typeface="Arial Narrow"/>
                <a:sym typeface="Arial Narrow"/>
              </a:defRPr>
            </a:lvl7pPr>
            <a:lvl8pPr marL="4276695" marR="0" lvl="7" indent="-9495" algn="l" rtl="0">
              <a:spcBef>
                <a:spcPts val="0"/>
              </a:spcBef>
              <a:buNone/>
              <a:defRPr sz="2400" b="0" i="0" u="none" strike="noStrike" cap="none">
                <a:solidFill>
                  <a:schemeClr val="dk1"/>
                </a:solidFill>
                <a:latin typeface="Arial Narrow"/>
                <a:ea typeface="Arial Narrow"/>
                <a:cs typeface="Arial Narrow"/>
                <a:sym typeface="Arial Narrow"/>
              </a:defRPr>
            </a:lvl8pPr>
            <a:lvl9pPr marL="4887651" marR="0" lvl="8" indent="-10850" algn="l" rtl="0">
              <a:spcBef>
                <a:spcPts val="0"/>
              </a:spcBef>
              <a:buNone/>
              <a:defRPr sz="2400" b="0" i="0" u="none" strike="noStrike" cap="none">
                <a:solidFill>
                  <a:schemeClr val="dk1"/>
                </a:solidFill>
                <a:latin typeface="Arial Narrow"/>
                <a:ea typeface="Arial Narrow"/>
                <a:cs typeface="Arial Narrow"/>
                <a:sym typeface="Arial Narrow"/>
              </a:defRPr>
            </a:lvl9pPr>
          </a:lstStyle>
          <a:p>
            <a:endParaRPr/>
          </a:p>
        </p:txBody>
      </p:sp>
      <p:cxnSp>
        <p:nvCxnSpPr>
          <p:cNvPr id="12" name="Shape 12"/>
          <p:cNvCxnSpPr/>
          <p:nvPr/>
        </p:nvCxnSpPr>
        <p:spPr>
          <a:xfrm>
            <a:off x="502152" y="2479383"/>
            <a:ext cx="8700800" cy="0"/>
          </a:xfrm>
          <a:prstGeom prst="straightConnector1">
            <a:avLst/>
          </a:prstGeom>
          <a:noFill/>
          <a:ln w="9525" cap="flat" cmpd="sng">
            <a:solidFill>
              <a:srgbClr val="FC740C"/>
            </a:solidFill>
            <a:prstDash val="solid"/>
            <a:round/>
            <a:headEnd type="none" w="med" len="med"/>
            <a:tailEnd type="none" w="med" len="med"/>
          </a:ln>
        </p:spPr>
      </p:cxnSp>
      <p:pic>
        <p:nvPicPr>
          <p:cNvPr id="13" name="Shape 13"/>
          <p:cNvPicPr preferRelativeResize="0"/>
          <p:nvPr/>
        </p:nvPicPr>
        <p:blipFill rotWithShape="1">
          <a:blip r:embed="rId5">
            <a:alphaModFix/>
          </a:blip>
          <a:srcRect/>
          <a:stretch/>
        </p:blipFill>
        <p:spPr>
          <a:xfrm>
            <a:off x="6243828" y="308876"/>
            <a:ext cx="2886456" cy="36271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8" name="Shape 28"/>
          <p:cNvSpPr/>
          <p:nvPr/>
        </p:nvSpPr>
        <p:spPr>
          <a:xfrm>
            <a:off x="487427" y="11666664"/>
            <a:ext cx="8700800" cy="284477"/>
          </a:xfrm>
          <a:prstGeom prst="rect">
            <a:avLst/>
          </a:prstGeom>
          <a:noFill/>
          <a:ln>
            <a:noFill/>
          </a:ln>
        </p:spPr>
        <p:txBody>
          <a:bodyPr lIns="122175" tIns="0" rIns="122175" bIns="0" anchor="t" anchorCtr="0">
            <a:noAutofit/>
          </a:bodyPr>
          <a:lstStyle/>
          <a:p>
            <a:pPr marL="0" marR="0" lvl="0" indent="0" algn="l" rtl="0">
              <a:spcBef>
                <a:spcPts val="0"/>
              </a:spcBef>
              <a:buSzPct val="25000"/>
              <a:buNone/>
            </a:pPr>
            <a:endParaRPr lang="fi-FI" sz="1200" b="0" i="0" u="none" strike="noStrike" cap="none">
              <a:solidFill>
                <a:srgbClr val="7F7F7F"/>
              </a:solidFill>
              <a:latin typeface="Arial Narrow"/>
              <a:ea typeface="Arial Narrow"/>
              <a:cs typeface="Arial Narrow"/>
              <a:sym typeface="Arial Narrow"/>
            </a:endParaRPr>
          </a:p>
        </p:txBody>
      </p:sp>
      <p:sp>
        <p:nvSpPr>
          <p:cNvPr id="29" name="Shape 29"/>
          <p:cNvSpPr/>
          <p:nvPr/>
        </p:nvSpPr>
        <p:spPr>
          <a:xfrm>
            <a:off x="383464" y="11951141"/>
            <a:ext cx="8700800" cy="607134"/>
          </a:xfrm>
          <a:prstGeom prst="rect">
            <a:avLst/>
          </a:prstGeom>
          <a:noFill/>
          <a:ln>
            <a:noFill/>
          </a:ln>
        </p:spPr>
        <p:txBody>
          <a:bodyPr lIns="122175" tIns="0" rIns="122175" bIns="0" anchor="t" anchorCtr="0">
            <a:noAutofit/>
          </a:bodyPr>
          <a:lstStyle/>
          <a:p>
            <a:pPr>
              <a:buSzPct val="25000"/>
            </a:pPr>
            <a:endParaRPr lang="fi-FI" sz="1200" dirty="0">
              <a:solidFill>
                <a:srgbClr val="7F7F7F"/>
              </a:solidFill>
              <a:latin typeface="Arial Narrow"/>
              <a:ea typeface="Arial Narrow"/>
              <a:cs typeface="Arial Narrow"/>
              <a:sym typeface="Arial Narrow"/>
            </a:endParaRPr>
          </a:p>
        </p:txBody>
      </p:sp>
      <p:sp>
        <p:nvSpPr>
          <p:cNvPr id="33" name="Shape 33"/>
          <p:cNvSpPr txBox="1">
            <a:spLocks noGrp="1"/>
          </p:cNvSpPr>
          <p:nvPr>
            <p:ph type="body" idx="1"/>
          </p:nvPr>
        </p:nvSpPr>
        <p:spPr>
          <a:xfrm>
            <a:off x="502152" y="2735385"/>
            <a:ext cx="2813821" cy="9215756"/>
          </a:xfrm>
          <a:prstGeom prst="rect">
            <a:avLst/>
          </a:prstGeom>
          <a:noFill/>
          <a:ln>
            <a:noFill/>
          </a:ln>
        </p:spPr>
        <p:txBody>
          <a:bodyPr lIns="122175" tIns="61075" rIns="122175" bIns="61075" anchor="t" anchorCtr="0">
            <a:normAutofit lnSpcReduction="10000"/>
          </a:bodyPr>
          <a:lstStyle/>
          <a:p>
            <a:pPr marL="0" marR="0" lvl="0" indent="0" algn="l" rtl="0">
              <a:lnSpc>
                <a:spcPct val="100000"/>
              </a:lnSpc>
              <a:spcAft>
                <a:spcPts val="300"/>
              </a:spcAft>
              <a:buClr>
                <a:schemeClr val="dk1"/>
              </a:buClr>
              <a:buSzPct val="25000"/>
              <a:buFont typeface="Arial Narrow"/>
              <a:buNone/>
            </a:pPr>
            <a:r>
              <a:rPr lang="fi-FI" sz="1500" b="1" i="0" u="none" strike="noStrike" cap="none" dirty="0">
                <a:solidFill>
                  <a:schemeClr val="dk1"/>
                </a:solidFill>
                <a:latin typeface="Arial Narrow"/>
                <a:ea typeface="Arial Narrow"/>
                <a:cs typeface="Arial Narrow"/>
                <a:sym typeface="Arial Narrow"/>
              </a:rPr>
              <a:t>Johdanto</a:t>
            </a:r>
          </a:p>
          <a:p>
            <a:r>
              <a:rPr lang="fi-FI" dirty="0"/>
              <a:t>Tavoite oli suunnitella ja toteuttaa langaton tiedonsiirtoketju anturista tietokantaan. Projektissa käytettiin Nordicin nRF5340-alustaa, johon oli yhdistetty analoginen kiihtyvyysanturi mittauslaitteeksi. Tällä yhdistelmällä saatu tieto lähetettiin langattomasti </a:t>
            </a:r>
            <a:r>
              <a:rPr lang="fi-FI" dirty="0" err="1"/>
              <a:t>IoT</a:t>
            </a:r>
            <a:r>
              <a:rPr lang="fi-FI" dirty="0"/>
              <a:t>-reitittimelle, </a:t>
            </a:r>
            <a:r>
              <a:rPr lang="fi-FI" dirty="0" err="1"/>
              <a:t>Raspberry</a:t>
            </a:r>
            <a:r>
              <a:rPr lang="fi-FI" dirty="0"/>
              <a:t> </a:t>
            </a:r>
            <a:r>
              <a:rPr lang="fi-FI" dirty="0" err="1"/>
              <a:t>Pi:lle</a:t>
            </a:r>
            <a:r>
              <a:rPr lang="fi-FI" dirty="0"/>
              <a:t>, joka välitti datan edelleen </a:t>
            </a:r>
            <a:r>
              <a:rPr lang="fi-FI" dirty="0" err="1"/>
              <a:t>Oamkin</a:t>
            </a:r>
            <a:r>
              <a:rPr lang="fi-FI" dirty="0"/>
              <a:t> MySQL-palvelimelle. Datankeräystä varten luotiin oma koodi, jota käytettiin koneoppimistarkoituksiin ja dataa pystyttiin hakemaan HTTP-rajapinnan kautta.</a:t>
            </a:r>
          </a:p>
          <a:p>
            <a:r>
              <a:rPr lang="fi-FI" dirty="0"/>
              <a:t>Projekti toteutettiin 12 hengen </a:t>
            </a:r>
            <a:r>
              <a:rPr lang="fi-FI" dirty="0" err="1"/>
              <a:t>scrum</a:t>
            </a:r>
            <a:r>
              <a:rPr lang="fi-FI" dirty="0"/>
              <a:t>-tiimeissä, joka sisälsi kuusi kahden hengen ryhmää. Kerran viikossa järjestettiin </a:t>
            </a:r>
            <a:r>
              <a:rPr lang="fi-FI" dirty="0" err="1"/>
              <a:t>Sprin</a:t>
            </a:r>
            <a:r>
              <a:rPr lang="fi-FI" dirty="0"/>
              <a:t> </a:t>
            </a:r>
            <a:r>
              <a:rPr lang="fi-FI" dirty="0" err="1"/>
              <a:t>Review</a:t>
            </a:r>
            <a:r>
              <a:rPr lang="fi-FI" dirty="0"/>
              <a:t>, jossa seurattiin kaikkien ryhmien etenemistä. Etenemisen seurantaan käytettiin ryhmien </a:t>
            </a:r>
            <a:r>
              <a:rPr lang="fi-FI" dirty="0" err="1"/>
              <a:t>Kanban</a:t>
            </a:r>
            <a:r>
              <a:rPr lang="fi-FI" dirty="0"/>
              <a:t>-tauluja ja </a:t>
            </a:r>
            <a:r>
              <a:rPr lang="fi-FI" dirty="0" err="1"/>
              <a:t>Githubin</a:t>
            </a:r>
            <a:r>
              <a:rPr lang="fi-FI" dirty="0"/>
              <a:t> README-sisältöä.</a:t>
            </a:r>
          </a:p>
          <a:p>
            <a:pPr marL="0" marR="0" lvl="0" indent="0" algn="l" rtl="0">
              <a:lnSpc>
                <a:spcPct val="100000"/>
              </a:lnSpc>
              <a:spcAft>
                <a:spcPts val="300"/>
              </a:spcAft>
              <a:buClr>
                <a:schemeClr val="dk1"/>
              </a:buClr>
              <a:buSzPct val="25000"/>
              <a:buFont typeface="Arial Narrow"/>
              <a:buNone/>
            </a:pPr>
            <a:br>
              <a:rPr lang="fi-FI" dirty="0"/>
            </a:br>
            <a:endParaRPr lang="fi-FI" sz="1500" b="0" i="0" u="none" strike="noStrike" cap="none" dirty="0">
              <a:solidFill>
                <a:schemeClr val="dk1"/>
              </a:solidFill>
              <a:latin typeface="Arial Narrow"/>
              <a:ea typeface="Arial Narrow"/>
              <a:cs typeface="Arial Narrow"/>
              <a:sym typeface="Arial Narrow"/>
            </a:endParaRPr>
          </a:p>
          <a:p>
            <a:pPr marL="0" marR="0" lvl="0" indent="0" algn="l" rtl="0">
              <a:lnSpc>
                <a:spcPct val="100000"/>
              </a:lnSpc>
              <a:spcBef>
                <a:spcPts val="300"/>
              </a:spcBef>
              <a:spcAft>
                <a:spcPts val="300"/>
              </a:spcAft>
              <a:buClr>
                <a:schemeClr val="dk1"/>
              </a:buClr>
              <a:buSzPct val="25000"/>
              <a:buFont typeface="Arial Narrow"/>
              <a:buNone/>
            </a:pPr>
            <a:endParaRPr lang="fi-FI" sz="1500" b="0" i="0" u="none" strike="noStrike" cap="none" dirty="0">
              <a:solidFill>
                <a:schemeClr val="dk1"/>
              </a:solidFill>
              <a:latin typeface="Arial Narrow"/>
              <a:ea typeface="Arial Narrow"/>
              <a:cs typeface="Arial Narrow"/>
              <a:sym typeface="Arial Narrow"/>
            </a:endParaRPr>
          </a:p>
          <a:p>
            <a:pPr marL="0" marR="0" lvl="0" indent="0" algn="l" rtl="0">
              <a:lnSpc>
                <a:spcPct val="100000"/>
              </a:lnSpc>
              <a:spcBef>
                <a:spcPts val="300"/>
              </a:spcBef>
              <a:spcAft>
                <a:spcPts val="300"/>
              </a:spcAft>
              <a:buClr>
                <a:schemeClr val="dk1"/>
              </a:buClr>
              <a:buSzPct val="25000"/>
              <a:buFont typeface="Arial Narrow"/>
              <a:buNone/>
            </a:pPr>
            <a:endParaRPr lang="fi-FI" sz="1500" b="0" i="0" u="none" strike="noStrike" cap="none" dirty="0">
              <a:solidFill>
                <a:schemeClr val="dk1"/>
              </a:solidFill>
              <a:latin typeface="Arial Narrow"/>
              <a:ea typeface="Arial Narrow"/>
              <a:cs typeface="Arial Narrow"/>
              <a:sym typeface="Arial Narrow"/>
            </a:endParaRPr>
          </a:p>
          <a:p>
            <a:pPr marL="0" marR="0" lvl="0" indent="0" algn="l" rtl="0">
              <a:lnSpc>
                <a:spcPct val="100000"/>
              </a:lnSpc>
              <a:spcBef>
                <a:spcPts val="300"/>
              </a:spcBef>
              <a:spcAft>
                <a:spcPts val="300"/>
              </a:spcAft>
              <a:buClr>
                <a:schemeClr val="dk1"/>
              </a:buClr>
              <a:buSzPct val="25000"/>
              <a:buFont typeface="Arial Narrow"/>
              <a:buNone/>
            </a:pPr>
            <a:endParaRPr lang="fi-FI" sz="1500" b="0" i="0" u="none" strike="noStrike" cap="none" dirty="0">
              <a:solidFill>
                <a:schemeClr val="dk1"/>
              </a:solidFill>
              <a:latin typeface="Arial Narrow"/>
              <a:ea typeface="Arial Narrow"/>
              <a:cs typeface="Arial Narrow"/>
              <a:sym typeface="Arial Narrow"/>
            </a:endParaRPr>
          </a:p>
          <a:p>
            <a:pPr marL="0" marR="0" lvl="0" indent="0" algn="l" rtl="0">
              <a:lnSpc>
                <a:spcPct val="100000"/>
              </a:lnSpc>
              <a:spcBef>
                <a:spcPts val="300"/>
              </a:spcBef>
              <a:spcAft>
                <a:spcPts val="300"/>
              </a:spcAft>
              <a:buClr>
                <a:schemeClr val="dk1"/>
              </a:buClr>
              <a:buSzPct val="25000"/>
              <a:buFont typeface="Arial Narrow"/>
              <a:buNone/>
            </a:pPr>
            <a:endParaRPr lang="fi-FI" sz="1500" b="0" i="0" u="none" strike="noStrike" cap="none" dirty="0">
              <a:solidFill>
                <a:schemeClr val="dk1"/>
              </a:solidFill>
              <a:latin typeface="Arial Narrow"/>
              <a:ea typeface="Arial Narrow"/>
              <a:cs typeface="Arial Narrow"/>
              <a:sym typeface="Arial Narrow"/>
            </a:endParaRPr>
          </a:p>
          <a:p>
            <a:pPr marL="0" marR="0" lvl="0" indent="0" rtl="0">
              <a:lnSpc>
                <a:spcPct val="100000"/>
              </a:lnSpc>
              <a:spcBef>
                <a:spcPts val="300"/>
              </a:spcBef>
              <a:spcAft>
                <a:spcPts val="300"/>
              </a:spcAft>
              <a:buClr>
                <a:schemeClr val="dk1"/>
              </a:buClr>
              <a:buSzPct val="25000"/>
              <a:buFont typeface="Arial Narrow"/>
              <a:buNone/>
            </a:pPr>
            <a:endParaRPr lang="fi-FI" dirty="0"/>
          </a:p>
          <a:p>
            <a:pPr>
              <a:spcAft>
                <a:spcPts val="300"/>
              </a:spcAft>
              <a:buSzPct val="25000"/>
            </a:pPr>
            <a:endParaRPr lang="fi-FI" sz="1500" b="0" i="1" u="none" strike="noStrike" cap="none" dirty="0">
              <a:latin typeface="Arial Narrow"/>
              <a:ea typeface="Arial Narrow"/>
              <a:cs typeface="Arial Narrow"/>
              <a:sym typeface="Arial Narrow"/>
            </a:endParaRPr>
          </a:p>
          <a:p>
            <a:pPr>
              <a:spcAft>
                <a:spcPts val="300"/>
              </a:spcAft>
              <a:buSzPct val="25000"/>
            </a:pPr>
            <a:r>
              <a:rPr lang="fi-FI" i="1" dirty="0"/>
              <a:t>KUVA</a:t>
            </a:r>
            <a:r>
              <a:rPr lang="fi-FI" sz="1500" b="0" i="1" u="none" strike="noStrike" cap="none" dirty="0">
                <a:latin typeface="Arial Narrow"/>
                <a:ea typeface="Arial Narrow"/>
                <a:cs typeface="Arial Narrow"/>
                <a:sym typeface="Arial Narrow"/>
              </a:rPr>
              <a:t> 1. Arkkitehtuurikuva</a:t>
            </a:r>
          </a:p>
          <a:p>
            <a:endParaRPr lang="fi-FI" b="1" dirty="0"/>
          </a:p>
          <a:p>
            <a:r>
              <a:rPr lang="fi-FI" b="1" dirty="0"/>
              <a:t>Järjestelmän arkkitehtuuri ja komponentit</a:t>
            </a:r>
            <a:endParaRPr lang="fi-FI" dirty="0"/>
          </a:p>
          <a:p>
            <a:r>
              <a:rPr lang="fi-FI" dirty="0"/>
              <a:t>Järjestelmän kolme pääkerrosta ovat mittaus-, välitys- ja rajapintakerros (</a:t>
            </a:r>
            <a:r>
              <a:rPr lang="fi-FI" i="1" dirty="0"/>
              <a:t>Kuva 1</a:t>
            </a:r>
            <a:r>
              <a:rPr lang="fi-FI" dirty="0"/>
              <a:t>). Mittauksessa käytettiin aiemmin</a:t>
            </a:r>
          </a:p>
        </p:txBody>
      </p:sp>
      <p:sp>
        <p:nvSpPr>
          <p:cNvPr id="34" name="Shape 34"/>
          <p:cNvSpPr txBox="1">
            <a:spLocks noGrp="1"/>
          </p:cNvSpPr>
          <p:nvPr>
            <p:ph type="body" idx="2"/>
          </p:nvPr>
        </p:nvSpPr>
        <p:spPr>
          <a:xfrm>
            <a:off x="3445642" y="2735384"/>
            <a:ext cx="2813821" cy="9621715"/>
          </a:xfrm>
          <a:prstGeom prst="rect">
            <a:avLst/>
          </a:prstGeom>
          <a:noFill/>
          <a:ln>
            <a:noFill/>
          </a:ln>
        </p:spPr>
        <p:txBody>
          <a:bodyPr lIns="122175" tIns="61075" rIns="122175" bIns="61075" anchor="t" anchorCtr="0">
            <a:normAutofit/>
          </a:bodyPr>
          <a:lstStyle/>
          <a:p>
            <a:r>
              <a:rPr lang="fi-FI" dirty="0"/>
              <a:t>mainittua Nordicin nRF5340-laitetta,</a:t>
            </a:r>
          </a:p>
          <a:p>
            <a:r>
              <a:rPr lang="fi-FI" dirty="0"/>
              <a:t>joka yhdistettynä kiihtyvyysanturiin (</a:t>
            </a:r>
            <a:r>
              <a:rPr lang="fi-FI" i="1" dirty="0"/>
              <a:t>Kuva 2</a:t>
            </a:r>
            <a:r>
              <a:rPr lang="fi-FI" dirty="0"/>
              <a:t>) mittasi ja lähetti dataa Bluetooth </a:t>
            </a:r>
            <a:r>
              <a:rPr lang="fi-FI" dirty="0" err="1"/>
              <a:t>Low</a:t>
            </a:r>
            <a:r>
              <a:rPr lang="fi-FI" dirty="0"/>
              <a:t> Energy (BLE) -yhteydellä eteenpäin.</a:t>
            </a:r>
          </a:p>
          <a:p>
            <a:r>
              <a:rPr lang="fi-FI" dirty="0"/>
              <a:t>Välityskerroksessa kerättyä dataa siirrettiin Linux-palvelimelle, johon oli ulkopuolisten yhteyksien rajoittamiseksi asennettu </a:t>
            </a:r>
            <a:r>
              <a:rPr lang="fi-FI" dirty="0" err="1"/>
              <a:t>Netfilter</a:t>
            </a:r>
            <a:r>
              <a:rPr lang="fi-FI" dirty="0"/>
              <a:t>-palomuuri. Reitittimenä toimi </a:t>
            </a:r>
            <a:r>
              <a:rPr lang="fi-FI" dirty="0" err="1"/>
              <a:t>Raspberr</a:t>
            </a:r>
            <a:r>
              <a:rPr lang="fi-FI" dirty="0"/>
              <a:t> </a:t>
            </a:r>
            <a:r>
              <a:rPr lang="fi-FI" dirty="0" err="1"/>
              <a:t>Pi</a:t>
            </a:r>
            <a:r>
              <a:rPr lang="fi-FI" dirty="0"/>
              <a:t> v3, johon oli asennettu Python-ohjelma BLE-datan vastaanottoa varten. Vastaanotettu data lähetettiin edelleen valmiiseen MySQL-tietokantaan. </a:t>
            </a:r>
          </a:p>
          <a:p>
            <a:r>
              <a:rPr lang="fi-FI" dirty="0"/>
              <a:t>Rajapintakerroksesta data oli haettavissa joko HTTP </a:t>
            </a:r>
            <a:r>
              <a:rPr lang="fi-FI" dirty="0" err="1"/>
              <a:t>APIn</a:t>
            </a:r>
            <a:r>
              <a:rPr lang="fi-FI" dirty="0"/>
              <a:t> tai TCP-</a:t>
            </a:r>
            <a:r>
              <a:rPr lang="fi-FI" dirty="0" err="1"/>
              <a:t>sokettirajapinnan</a:t>
            </a:r>
            <a:r>
              <a:rPr lang="fi-FI" dirty="0"/>
              <a:t> kautta. Tätä haettua dataa käytettiin myöhemmässä vaiheessa opetusdatana koneoppimismallia varten.</a:t>
            </a:r>
          </a:p>
          <a:p>
            <a:pPr marL="0" marR="0" lvl="0" indent="0" algn="l" rtl="0">
              <a:lnSpc>
                <a:spcPct val="100000"/>
              </a:lnSpc>
              <a:spcAft>
                <a:spcPts val="300"/>
              </a:spcAft>
              <a:buClr>
                <a:schemeClr val="dk1"/>
              </a:buClr>
              <a:buSzPct val="25000"/>
              <a:buFont typeface="Arial Narrow"/>
              <a:buNone/>
            </a:pPr>
            <a:endParaRPr lang="fi-FI" sz="1500" b="1" i="0" u="none" strike="noStrike" cap="none" dirty="0">
              <a:solidFill>
                <a:schemeClr val="dk1"/>
              </a:solidFill>
              <a:latin typeface="Arial Narrow"/>
              <a:ea typeface="Arial Narrow"/>
              <a:cs typeface="Arial Narrow"/>
              <a:sym typeface="Arial Narrow"/>
            </a:endParaRPr>
          </a:p>
          <a:p>
            <a:pPr marL="0" marR="0" lvl="0" indent="0" algn="l" rtl="0">
              <a:lnSpc>
                <a:spcPct val="100000"/>
              </a:lnSpc>
              <a:spcAft>
                <a:spcPts val="300"/>
              </a:spcAft>
              <a:buClr>
                <a:schemeClr val="dk1"/>
              </a:buClr>
              <a:buSzPct val="25000"/>
              <a:buFont typeface="Arial Narrow"/>
              <a:buNone/>
            </a:pPr>
            <a:endParaRPr lang="fi-FI" b="1" dirty="0"/>
          </a:p>
          <a:p>
            <a:pPr marL="0" marR="0" lvl="0" indent="0" algn="l" rtl="0">
              <a:lnSpc>
                <a:spcPct val="100000"/>
              </a:lnSpc>
              <a:spcAft>
                <a:spcPts val="300"/>
              </a:spcAft>
              <a:buClr>
                <a:schemeClr val="dk1"/>
              </a:buClr>
              <a:buSzPct val="25000"/>
              <a:buFont typeface="Arial Narrow"/>
              <a:buNone/>
            </a:pPr>
            <a:endParaRPr lang="fi-FI" sz="1500" b="1" i="0" u="none" strike="noStrike" cap="none" dirty="0">
              <a:solidFill>
                <a:schemeClr val="dk1"/>
              </a:solidFill>
              <a:latin typeface="Arial Narrow"/>
              <a:ea typeface="Arial Narrow"/>
              <a:cs typeface="Arial Narrow"/>
              <a:sym typeface="Arial Narrow"/>
            </a:endParaRPr>
          </a:p>
          <a:p>
            <a:pPr marL="0" marR="0" lvl="0" indent="0" algn="l" rtl="0">
              <a:lnSpc>
                <a:spcPct val="100000"/>
              </a:lnSpc>
              <a:spcAft>
                <a:spcPts val="300"/>
              </a:spcAft>
              <a:buClr>
                <a:schemeClr val="dk1"/>
              </a:buClr>
              <a:buSzPct val="25000"/>
              <a:buFont typeface="Arial Narrow"/>
              <a:buNone/>
            </a:pPr>
            <a:endParaRPr lang="fi-FI" sz="1500" b="1" i="0" u="none" strike="noStrike" cap="none" dirty="0">
              <a:solidFill>
                <a:schemeClr val="dk1"/>
              </a:solidFill>
              <a:latin typeface="Arial Narrow"/>
              <a:ea typeface="Arial Narrow"/>
              <a:cs typeface="Arial Narrow"/>
              <a:sym typeface="Arial Narrow"/>
            </a:endParaRPr>
          </a:p>
          <a:p>
            <a:pPr marL="0" marR="0" lvl="0" indent="0" algn="l" rtl="0">
              <a:lnSpc>
                <a:spcPct val="100000"/>
              </a:lnSpc>
              <a:spcAft>
                <a:spcPts val="300"/>
              </a:spcAft>
              <a:buClr>
                <a:schemeClr val="dk1"/>
              </a:buClr>
              <a:buSzPct val="25000"/>
              <a:buFont typeface="Arial Narrow"/>
              <a:buNone/>
            </a:pPr>
            <a:endParaRPr lang="fi-FI" b="1" dirty="0"/>
          </a:p>
          <a:p>
            <a:pPr>
              <a:spcAft>
                <a:spcPts val="300"/>
              </a:spcAft>
              <a:buSzPct val="25000"/>
            </a:pPr>
            <a:endParaRPr lang="fi-FI" i="1" dirty="0"/>
          </a:p>
          <a:p>
            <a:pPr>
              <a:spcAft>
                <a:spcPts val="300"/>
              </a:spcAft>
              <a:buSzPct val="25000"/>
            </a:pPr>
            <a:r>
              <a:rPr lang="fi-FI" i="1" dirty="0"/>
              <a:t>KUVA2. Nordic ja kiihtyvyysanturi</a:t>
            </a:r>
          </a:p>
          <a:p>
            <a:r>
              <a:rPr lang="fi-FI" b="1" dirty="0"/>
              <a:t>Käyttö ja ongelmat</a:t>
            </a:r>
            <a:endParaRPr lang="fi-FI" dirty="0"/>
          </a:p>
          <a:p>
            <a:r>
              <a:rPr lang="fi-FI" dirty="0"/>
              <a:t>Anturidataa kerättiin yhteensä 200 näytettä kuudesta eri suuntauksesta (noppasuunnat), jolloin kokonaisaineisto oli 1200 näytettä. Opetusdatankeruu suoritettiin mahdollisimman puhtaasti pitämällä anturi paikallaan ja tietyssä asennossa, mikä minimoi kohinan.</a:t>
            </a:r>
            <a:endParaRPr lang="fi-FI" sz="1500" b="0" i="0" u="none" strike="noStrike" cap="none" dirty="0">
              <a:solidFill>
                <a:schemeClr val="dk1"/>
              </a:solidFill>
              <a:latin typeface="Arial Narrow"/>
              <a:ea typeface="Arial Narrow"/>
              <a:cs typeface="Arial Narrow"/>
              <a:sym typeface="Arial Narrow"/>
            </a:endParaRPr>
          </a:p>
          <a:p>
            <a:pPr marL="0" marR="0" lvl="0" indent="0" algn="l" rtl="0">
              <a:lnSpc>
                <a:spcPct val="100000"/>
              </a:lnSpc>
              <a:spcBef>
                <a:spcPts val="300"/>
              </a:spcBef>
              <a:spcAft>
                <a:spcPts val="300"/>
              </a:spcAft>
              <a:buClr>
                <a:schemeClr val="dk1"/>
              </a:buClr>
              <a:buSzPct val="25000"/>
              <a:buFont typeface="Arial Narrow"/>
              <a:buNone/>
            </a:pPr>
            <a:endParaRPr lang="fi-FI" sz="1500" b="0" i="0" u="none" strike="noStrike" cap="none" dirty="0">
              <a:solidFill>
                <a:schemeClr val="dk1"/>
              </a:solidFill>
              <a:latin typeface="Arial Narrow"/>
              <a:ea typeface="Arial Narrow"/>
              <a:cs typeface="Arial Narrow"/>
              <a:sym typeface="Arial Narrow"/>
            </a:endParaRPr>
          </a:p>
          <a:p>
            <a:pPr marL="0" marR="0" lvl="0" indent="0" algn="l" rtl="0">
              <a:lnSpc>
                <a:spcPct val="100000"/>
              </a:lnSpc>
              <a:spcBef>
                <a:spcPts val="300"/>
              </a:spcBef>
              <a:spcAft>
                <a:spcPts val="300"/>
              </a:spcAft>
              <a:buClr>
                <a:schemeClr val="dk1"/>
              </a:buClr>
              <a:buSzPct val="25000"/>
              <a:buFont typeface="Arial Narrow"/>
              <a:buNone/>
            </a:pPr>
            <a:endParaRPr lang="fi-FI" sz="1500" b="0" i="0" u="none" strike="noStrike" cap="none" dirty="0">
              <a:solidFill>
                <a:schemeClr val="dk1"/>
              </a:solidFill>
              <a:latin typeface="Arial Narrow"/>
              <a:ea typeface="Arial Narrow"/>
              <a:cs typeface="Arial Narrow"/>
              <a:sym typeface="Arial Narrow"/>
            </a:endParaRPr>
          </a:p>
          <a:p>
            <a:pPr marL="0" marR="0" lvl="0" indent="0" algn="l" rtl="0">
              <a:lnSpc>
                <a:spcPct val="100000"/>
              </a:lnSpc>
              <a:spcBef>
                <a:spcPts val="300"/>
              </a:spcBef>
              <a:spcAft>
                <a:spcPts val="300"/>
              </a:spcAft>
              <a:buClr>
                <a:schemeClr val="dk1"/>
              </a:buClr>
              <a:buSzPct val="25000"/>
              <a:buFont typeface="Arial Narrow"/>
              <a:buNone/>
            </a:pPr>
            <a:endParaRPr lang="fi-FI" sz="1500" b="0" i="0" u="none" strike="noStrike" cap="none" dirty="0">
              <a:solidFill>
                <a:schemeClr val="dk1"/>
              </a:solidFill>
              <a:latin typeface="Arial Narrow"/>
              <a:ea typeface="Arial Narrow"/>
              <a:cs typeface="Arial Narrow"/>
              <a:sym typeface="Arial Narrow"/>
            </a:endParaRPr>
          </a:p>
          <a:p>
            <a:pPr marL="0" marR="0" lvl="0" indent="0" algn="l" rtl="0">
              <a:lnSpc>
                <a:spcPct val="100000"/>
              </a:lnSpc>
              <a:spcBef>
                <a:spcPts val="300"/>
              </a:spcBef>
              <a:spcAft>
                <a:spcPts val="300"/>
              </a:spcAft>
              <a:buClr>
                <a:schemeClr val="dk1"/>
              </a:buClr>
              <a:buSzPct val="25000"/>
              <a:buFont typeface="Arial Narrow"/>
              <a:buNone/>
            </a:pPr>
            <a:endParaRPr lang="fi-FI" sz="1500" b="0" i="0" u="none" strike="noStrike" cap="none" dirty="0">
              <a:solidFill>
                <a:schemeClr val="dk1"/>
              </a:solidFill>
              <a:latin typeface="Arial Narrow"/>
              <a:ea typeface="Arial Narrow"/>
              <a:cs typeface="Arial Narrow"/>
              <a:sym typeface="Arial Narrow"/>
            </a:endParaRPr>
          </a:p>
          <a:p>
            <a:pPr marL="0" marR="0" lvl="0" indent="0" algn="l" rtl="0">
              <a:lnSpc>
                <a:spcPct val="100000"/>
              </a:lnSpc>
              <a:spcBef>
                <a:spcPts val="300"/>
              </a:spcBef>
              <a:spcAft>
                <a:spcPts val="300"/>
              </a:spcAft>
              <a:buClr>
                <a:schemeClr val="dk1"/>
              </a:buClr>
              <a:buSzPct val="25000"/>
              <a:buFont typeface="Arial Narrow"/>
              <a:buNone/>
            </a:pPr>
            <a:endParaRPr lang="fi-FI" sz="1500" b="0" i="0" u="none" strike="noStrike" cap="none" dirty="0">
              <a:solidFill>
                <a:schemeClr val="dk1"/>
              </a:solidFill>
              <a:latin typeface="Arial Narrow"/>
              <a:ea typeface="Arial Narrow"/>
              <a:cs typeface="Arial Narrow"/>
              <a:sym typeface="Arial Narrow"/>
            </a:endParaRPr>
          </a:p>
          <a:p>
            <a:pPr marL="0" marR="0" lvl="0" indent="0" algn="l" rtl="0">
              <a:lnSpc>
                <a:spcPct val="100000"/>
              </a:lnSpc>
              <a:spcBef>
                <a:spcPts val="300"/>
              </a:spcBef>
              <a:spcAft>
                <a:spcPts val="300"/>
              </a:spcAft>
              <a:buClr>
                <a:schemeClr val="dk1"/>
              </a:buClr>
              <a:buSzPct val="25000"/>
              <a:buFont typeface="Arial Narrow"/>
              <a:buNone/>
            </a:pPr>
            <a:endParaRPr lang="fi-FI" dirty="0"/>
          </a:p>
        </p:txBody>
      </p:sp>
      <p:sp>
        <p:nvSpPr>
          <p:cNvPr id="35" name="Shape 35"/>
          <p:cNvSpPr txBox="1">
            <a:spLocks noGrp="1"/>
          </p:cNvSpPr>
          <p:nvPr>
            <p:ph type="body" idx="3"/>
          </p:nvPr>
        </p:nvSpPr>
        <p:spPr>
          <a:xfrm>
            <a:off x="6389125" y="2735385"/>
            <a:ext cx="2813700" cy="9621716"/>
          </a:xfrm>
          <a:prstGeom prst="rect">
            <a:avLst/>
          </a:prstGeom>
          <a:noFill/>
          <a:ln>
            <a:noFill/>
          </a:ln>
        </p:spPr>
        <p:txBody>
          <a:bodyPr lIns="122175" tIns="61075" rIns="122175" bIns="61075" anchor="t" anchorCtr="0">
            <a:normAutofit fontScale="92500" lnSpcReduction="10000"/>
          </a:bodyPr>
          <a:lstStyle/>
          <a:p>
            <a:pPr marL="0" marR="0" lvl="0" indent="0" algn="l" rtl="0">
              <a:lnSpc>
                <a:spcPct val="100000"/>
              </a:lnSpc>
              <a:spcBef>
                <a:spcPts val="0"/>
              </a:spcBef>
              <a:spcAft>
                <a:spcPts val="0"/>
              </a:spcAft>
              <a:buClr>
                <a:schemeClr val="dk1"/>
              </a:buClr>
              <a:buSzPct val="25000"/>
              <a:buFont typeface="Arial Narrow"/>
              <a:buNone/>
            </a:pPr>
            <a:endParaRPr lang="fi-FI" dirty="0"/>
          </a:p>
          <a:p>
            <a:pPr marL="0" marR="0" lvl="0" indent="0" algn="l" rtl="0">
              <a:lnSpc>
                <a:spcPct val="100000"/>
              </a:lnSpc>
              <a:spcBef>
                <a:spcPts val="300"/>
              </a:spcBef>
              <a:spcAft>
                <a:spcPts val="0"/>
              </a:spcAft>
              <a:buClr>
                <a:schemeClr val="dk1"/>
              </a:buClr>
              <a:buSzPct val="25000"/>
              <a:buFont typeface="Arial Narrow"/>
              <a:buNone/>
            </a:pPr>
            <a:endParaRPr lang="fi-FI" sz="1500" b="0" i="0" u="none" strike="noStrike" cap="none" dirty="0">
              <a:solidFill>
                <a:schemeClr val="dk1"/>
              </a:solidFill>
              <a:latin typeface="Arial Narrow"/>
              <a:ea typeface="Arial Narrow"/>
              <a:cs typeface="Arial Narrow"/>
              <a:sym typeface="Arial Narrow"/>
            </a:endParaRPr>
          </a:p>
          <a:p>
            <a:pPr marL="0" marR="0" lvl="0" indent="0" algn="l" rtl="0">
              <a:lnSpc>
                <a:spcPct val="100000"/>
              </a:lnSpc>
              <a:spcBef>
                <a:spcPts val="300"/>
              </a:spcBef>
              <a:spcAft>
                <a:spcPts val="0"/>
              </a:spcAft>
              <a:buClr>
                <a:schemeClr val="dk1"/>
              </a:buClr>
              <a:buSzPct val="25000"/>
              <a:buFont typeface="Arial Narrow"/>
              <a:buNone/>
            </a:pPr>
            <a:endParaRPr lang="fi-FI" sz="1500" b="0" i="0" u="none" strike="noStrike" cap="none" dirty="0">
              <a:solidFill>
                <a:schemeClr val="dk1"/>
              </a:solidFill>
              <a:latin typeface="Arial Narrow"/>
              <a:ea typeface="Arial Narrow"/>
              <a:cs typeface="Arial Narrow"/>
              <a:sym typeface="Arial Narrow"/>
            </a:endParaRPr>
          </a:p>
          <a:p>
            <a:pPr marL="0" marR="0" lvl="0" indent="0" algn="l" rtl="0">
              <a:lnSpc>
                <a:spcPct val="100000"/>
              </a:lnSpc>
              <a:spcBef>
                <a:spcPts val="300"/>
              </a:spcBef>
              <a:spcAft>
                <a:spcPts val="0"/>
              </a:spcAft>
              <a:buClr>
                <a:schemeClr val="dk1"/>
              </a:buClr>
              <a:buSzPct val="25000"/>
              <a:buFont typeface="Arial Narrow"/>
              <a:buNone/>
            </a:pPr>
            <a:endParaRPr lang="fi-FI" sz="1500" b="0" i="0" u="none" strike="noStrike" cap="none" dirty="0">
              <a:solidFill>
                <a:schemeClr val="dk1"/>
              </a:solidFill>
              <a:latin typeface="Arial Narrow"/>
              <a:ea typeface="Arial Narrow"/>
              <a:cs typeface="Arial Narrow"/>
              <a:sym typeface="Arial Narrow"/>
            </a:endParaRPr>
          </a:p>
          <a:p>
            <a:pPr marL="0" marR="0" lvl="0" indent="0" algn="l" rtl="0">
              <a:lnSpc>
                <a:spcPct val="100000"/>
              </a:lnSpc>
              <a:spcBef>
                <a:spcPts val="300"/>
              </a:spcBef>
              <a:spcAft>
                <a:spcPts val="0"/>
              </a:spcAft>
              <a:buClr>
                <a:schemeClr val="dk1"/>
              </a:buClr>
              <a:buSzPct val="25000"/>
              <a:buFont typeface="Arial Narrow"/>
              <a:buNone/>
            </a:pPr>
            <a:endParaRPr lang="fi-FI" sz="1500" b="0" i="0" u="none" strike="noStrike" cap="none" dirty="0">
              <a:solidFill>
                <a:schemeClr val="dk1"/>
              </a:solidFill>
              <a:latin typeface="Arial Narrow"/>
              <a:ea typeface="Arial Narrow"/>
              <a:cs typeface="Arial Narrow"/>
              <a:sym typeface="Arial Narrow"/>
            </a:endParaRPr>
          </a:p>
          <a:p>
            <a:pPr>
              <a:spcAft>
                <a:spcPts val="300"/>
              </a:spcAft>
              <a:buSzPct val="25000"/>
            </a:pPr>
            <a:endParaRPr lang="fi-FI" i="1" dirty="0"/>
          </a:p>
          <a:p>
            <a:pPr>
              <a:spcAft>
                <a:spcPts val="300"/>
              </a:spcAft>
              <a:buSzPct val="25000"/>
            </a:pPr>
            <a:r>
              <a:rPr lang="fi-FI" i="1" dirty="0"/>
              <a:t>KUVA</a:t>
            </a:r>
            <a:r>
              <a:rPr lang="fi-FI" sz="1500" b="0" i="1" u="none" strike="noStrike" cap="none" dirty="0">
                <a:latin typeface="Arial Narrow"/>
                <a:ea typeface="Arial Narrow"/>
                <a:cs typeface="Arial Narrow"/>
                <a:sym typeface="Arial Narrow"/>
              </a:rPr>
              <a:t> 3. </a:t>
            </a:r>
            <a:r>
              <a:rPr lang="fi-FI" i="1" dirty="0" err="1"/>
              <a:t>Confusion</a:t>
            </a:r>
            <a:r>
              <a:rPr lang="fi-FI" i="1" dirty="0"/>
              <a:t> </a:t>
            </a:r>
            <a:r>
              <a:rPr lang="fi-FI" i="1" dirty="0" err="1"/>
              <a:t>matrixit</a:t>
            </a:r>
            <a:endParaRPr lang="fi-FI" b="1" dirty="0"/>
          </a:p>
          <a:p>
            <a:endParaRPr lang="fi-FI" dirty="0"/>
          </a:p>
          <a:p>
            <a:r>
              <a:rPr lang="fi-FI" sz="1600" dirty="0"/>
              <a:t>Tätä puhdasta dataa käytettiin VS </a:t>
            </a:r>
            <a:r>
              <a:rPr lang="fi-FI" sz="1600" dirty="0" err="1"/>
              <a:t>Code</a:t>
            </a:r>
            <a:r>
              <a:rPr lang="fi-FI" sz="1600" dirty="0"/>
              <a:t> -ympäristössä K-</a:t>
            </a:r>
            <a:r>
              <a:rPr lang="fi-FI" sz="1600" dirty="0" err="1"/>
              <a:t>Means</a:t>
            </a:r>
            <a:r>
              <a:rPr lang="fi-FI" sz="1600" dirty="0"/>
              <a:t>-</a:t>
            </a:r>
            <a:r>
              <a:rPr lang="fi-FI" sz="1600" dirty="0" err="1"/>
              <a:t>klusterointialgoritmin</a:t>
            </a:r>
            <a:r>
              <a:rPr lang="fi-FI" sz="1600" dirty="0"/>
              <a:t> pohjana.</a:t>
            </a:r>
          </a:p>
          <a:p>
            <a:r>
              <a:rPr lang="fi-FI" sz="1600" dirty="0"/>
              <a:t>Kun samaa mallia testattiin todellisella käyttödatalla, mallin</a:t>
            </a:r>
          </a:p>
          <a:p>
            <a:pPr>
              <a:spcAft>
                <a:spcPts val="300"/>
              </a:spcAft>
              <a:buSzPct val="25000"/>
            </a:pPr>
            <a:r>
              <a:rPr lang="fi-FI" sz="1600" dirty="0"/>
              <a:t>suorituskyvyssä havaittiin merkittävä ero. Paikallaan ja tasaisessa liikkeessä otetun testidatan tarkkuus oli lähes 100 % (</a:t>
            </a:r>
            <a:r>
              <a:rPr lang="fi-FI" sz="1600" i="1" dirty="0"/>
              <a:t>Kuva 3</a:t>
            </a:r>
            <a:r>
              <a:rPr lang="fi-FI" sz="1600" dirty="0"/>
              <a:t>). Kuitenkin, kun laite oli kovassa liikkeessä (ravistelu ja nopeat suunnanvaihdokset), tarkkuus romahti 55,5 %:iin (</a:t>
            </a:r>
            <a:r>
              <a:rPr lang="fi-FI" sz="1600" i="1" dirty="0"/>
              <a:t>Kuva 3</a:t>
            </a:r>
            <a:r>
              <a:rPr lang="fi-FI" sz="1600" dirty="0"/>
              <a:t>). Tämä kertoo, että vaikka anturiin ajetaan todella rajuja kiihtyvyyksiä, se pystyy silti antamaan pääosin oikeaa tietoa pääsuunnasta.</a:t>
            </a:r>
            <a:endParaRPr lang="fi-FI" sz="1600" b="1" dirty="0"/>
          </a:p>
          <a:p>
            <a:r>
              <a:rPr lang="fi-FI" sz="1600" b="1" dirty="0"/>
              <a:t>Yhteenveto</a:t>
            </a:r>
            <a:endParaRPr lang="fi-FI" sz="1600" dirty="0"/>
          </a:p>
          <a:p>
            <a:r>
              <a:rPr lang="fi-FI" sz="1600" dirty="0"/>
              <a:t>Projektissa opittiin rakentamaan tietoliikenneketju, joka sisälsi oman serverin käyttöönoton, </a:t>
            </a:r>
            <a:r>
              <a:rPr lang="fi-FI" sz="1600" dirty="0" err="1"/>
              <a:t>bluetoothin</a:t>
            </a:r>
            <a:r>
              <a:rPr lang="fi-FI" sz="1600" dirty="0"/>
              <a:t> käyttämisen tiedonsiirrossa ja tiedon käyttämisen koneoppimismallin tekemisessä. Projekti loi pohjan datankeräykseen, siirtämiseen, säilyttämiseen ja hyödyntämiseen. Tulevaisuudessa on mahdollista näiden oppien pohjalta kehittää yhä tarkempia datasettejä sekä koneoppimismalleja, joka antaa tarkempia laskentatuloksia myös hyvin epätavallisissa mittaustavoissa.</a:t>
            </a:r>
          </a:p>
        </p:txBody>
      </p:sp>
      <p:sp>
        <p:nvSpPr>
          <p:cNvPr id="19" name="TextBox 18">
            <a:extLst>
              <a:ext uri="{FF2B5EF4-FFF2-40B4-BE49-F238E27FC236}">
                <a16:creationId xmlns:a16="http://schemas.microsoft.com/office/drawing/2014/main" id="{6671F536-44A0-4244-AEA3-2A3308C35A78}"/>
              </a:ext>
            </a:extLst>
          </p:cNvPr>
          <p:cNvSpPr txBox="1"/>
          <p:nvPr/>
        </p:nvSpPr>
        <p:spPr>
          <a:xfrm>
            <a:off x="0" y="1"/>
            <a:ext cx="9601200" cy="2512363"/>
          </a:xfrm>
          <a:prstGeom prst="rect">
            <a:avLst/>
          </a:prstGeom>
          <a:solidFill>
            <a:srgbClr val="49B7CD"/>
          </a:solidFill>
        </p:spPr>
        <p:txBody>
          <a:bodyPr wrap="square" rtlCol="0">
            <a:spAutoFit/>
          </a:bodyPr>
          <a:lstStyle/>
          <a:p>
            <a:endParaRPr lang="fi-FI"/>
          </a:p>
        </p:txBody>
      </p:sp>
      <p:sp>
        <p:nvSpPr>
          <p:cNvPr id="20" name="Shape 31">
            <a:extLst>
              <a:ext uri="{FF2B5EF4-FFF2-40B4-BE49-F238E27FC236}">
                <a16:creationId xmlns:a16="http://schemas.microsoft.com/office/drawing/2014/main" id="{859BFD2F-6FEA-4047-9872-26C84A7E2CCE}"/>
              </a:ext>
            </a:extLst>
          </p:cNvPr>
          <p:cNvSpPr txBox="1"/>
          <p:nvPr/>
        </p:nvSpPr>
        <p:spPr>
          <a:xfrm>
            <a:off x="502152" y="909737"/>
            <a:ext cx="8700800" cy="797139"/>
          </a:xfrm>
          <a:prstGeom prst="rect">
            <a:avLst/>
          </a:prstGeom>
          <a:noFill/>
          <a:ln>
            <a:noFill/>
          </a:ln>
        </p:spPr>
        <p:txBody>
          <a:bodyPr lIns="122175" tIns="61075" rIns="122175" bIns="61075" anchor="t" anchorCtr="0">
            <a:noAutofit/>
          </a:bodyPr>
          <a:lstStyle/>
          <a:p>
            <a:pPr marL="0" marR="0" lvl="0" indent="0" algn="l" rtl="0">
              <a:spcBef>
                <a:spcPts val="0"/>
              </a:spcBef>
              <a:buClr>
                <a:schemeClr val="dk2"/>
              </a:buClr>
              <a:buSzPct val="25000"/>
              <a:buFont typeface="Arial Narrow"/>
              <a:buNone/>
            </a:pPr>
            <a:r>
              <a:rPr lang="fi-FI" sz="2400" dirty="0">
                <a:solidFill>
                  <a:schemeClr val="bg1"/>
                </a:solidFill>
                <a:latin typeface="Arial Narrow"/>
                <a:ea typeface="Arial Narrow"/>
                <a:cs typeface="Arial Narrow"/>
                <a:sym typeface="Arial Narrow"/>
              </a:rPr>
              <a:t>Tietoliikenteen sovellusprojekti</a:t>
            </a:r>
          </a:p>
        </p:txBody>
      </p:sp>
      <p:sp>
        <p:nvSpPr>
          <p:cNvPr id="21" name="Shape 32">
            <a:extLst>
              <a:ext uri="{FF2B5EF4-FFF2-40B4-BE49-F238E27FC236}">
                <a16:creationId xmlns:a16="http://schemas.microsoft.com/office/drawing/2014/main" id="{7D212599-4D1E-487D-BEF3-D88E6AB7AD30}"/>
              </a:ext>
            </a:extLst>
          </p:cNvPr>
          <p:cNvSpPr txBox="1"/>
          <p:nvPr/>
        </p:nvSpPr>
        <p:spPr>
          <a:xfrm>
            <a:off x="502152" y="1850779"/>
            <a:ext cx="8700800" cy="661585"/>
          </a:xfrm>
          <a:prstGeom prst="rect">
            <a:avLst/>
          </a:prstGeom>
          <a:noFill/>
          <a:ln>
            <a:noFill/>
          </a:ln>
        </p:spPr>
        <p:txBody>
          <a:bodyPr lIns="122175" tIns="0" rIns="122175" bIns="0" anchor="t" anchorCtr="0">
            <a:noAutofit/>
          </a:bodyPr>
          <a:lstStyle/>
          <a:p>
            <a:pPr marL="0" marR="0" lvl="0" algn="l" rtl="0">
              <a:spcBef>
                <a:spcPts val="0"/>
              </a:spcBef>
              <a:buSzPct val="25000"/>
              <a:buNone/>
            </a:pPr>
            <a:r>
              <a:rPr lang="fi-FI" sz="1200" dirty="0">
                <a:solidFill>
                  <a:schemeClr val="bg1"/>
                </a:solidFill>
                <a:latin typeface="Arial Narrow"/>
                <a:ea typeface="Arial Narrow"/>
                <a:cs typeface="Arial Narrow"/>
                <a:sym typeface="Arial Narrow"/>
              </a:rPr>
              <a:t>Meri-Tuulia Turtinen &amp; Niko Tervonen</a:t>
            </a:r>
          </a:p>
          <a:p>
            <a:pPr lvl="0">
              <a:buSzPct val="25000"/>
            </a:pPr>
            <a:r>
              <a:rPr lang="fi-FI" sz="1200" dirty="0">
                <a:solidFill>
                  <a:schemeClr val="bg1"/>
                </a:solidFill>
                <a:latin typeface="Arial Narrow"/>
                <a:ea typeface="Arial Narrow"/>
                <a:cs typeface="Arial Narrow"/>
                <a:sym typeface="Arial Narrow"/>
              </a:rPr>
              <a:t>Tieto- ja viestintätekniikan tutkinto-ohjelma, tietoliikenteen sovellusprojekti</a:t>
            </a:r>
          </a:p>
        </p:txBody>
      </p:sp>
      <p:pic>
        <p:nvPicPr>
          <p:cNvPr id="22" name="Picture 21">
            <a:extLst>
              <a:ext uri="{FF2B5EF4-FFF2-40B4-BE49-F238E27FC236}">
                <a16:creationId xmlns:a16="http://schemas.microsoft.com/office/drawing/2014/main" id="{EA0F3090-C75C-4395-BF3C-A952D427D699}"/>
              </a:ext>
            </a:extLst>
          </p:cNvPr>
          <p:cNvPicPr>
            <a:picLocks noChangeAspect="1"/>
          </p:cNvPicPr>
          <p:nvPr/>
        </p:nvPicPr>
        <p:blipFill>
          <a:blip r:embed="rId3"/>
          <a:stretch>
            <a:fillRect/>
          </a:stretch>
        </p:blipFill>
        <p:spPr>
          <a:xfrm>
            <a:off x="6173708" y="142675"/>
            <a:ext cx="3176416" cy="767060"/>
          </a:xfrm>
          <a:prstGeom prst="rect">
            <a:avLst/>
          </a:prstGeom>
        </p:spPr>
      </p:pic>
      <p:pic>
        <p:nvPicPr>
          <p:cNvPr id="6" name="Picture 5" descr="A circuit board connected to a computer&#10;&#10;AI-generated content may be incorrect.">
            <a:extLst>
              <a:ext uri="{FF2B5EF4-FFF2-40B4-BE49-F238E27FC236}">
                <a16:creationId xmlns:a16="http://schemas.microsoft.com/office/drawing/2014/main" id="{CD4E0DF5-83AE-F122-5721-B8C83EDC18D2}"/>
              </a:ext>
            </a:extLst>
          </p:cNvPr>
          <p:cNvPicPr>
            <a:picLocks noChangeAspect="1"/>
          </p:cNvPicPr>
          <p:nvPr/>
        </p:nvPicPr>
        <p:blipFill>
          <a:blip r:embed="rId4"/>
          <a:stretch>
            <a:fillRect/>
          </a:stretch>
        </p:blipFill>
        <p:spPr>
          <a:xfrm>
            <a:off x="3575431" y="8070536"/>
            <a:ext cx="2089756" cy="1567317"/>
          </a:xfrm>
          <a:prstGeom prst="rect">
            <a:avLst/>
          </a:prstGeom>
        </p:spPr>
      </p:pic>
      <p:pic>
        <p:nvPicPr>
          <p:cNvPr id="8" name="Picture 7" descr="A diagram of a computer project&#10;&#10;AI-generated content may be incorrect.">
            <a:extLst>
              <a:ext uri="{FF2B5EF4-FFF2-40B4-BE49-F238E27FC236}">
                <a16:creationId xmlns:a16="http://schemas.microsoft.com/office/drawing/2014/main" id="{A929D205-0857-9E9A-BF06-54391A71B602}"/>
              </a:ext>
            </a:extLst>
          </p:cNvPr>
          <p:cNvPicPr>
            <a:picLocks noChangeAspect="1"/>
          </p:cNvPicPr>
          <p:nvPr/>
        </p:nvPicPr>
        <p:blipFill>
          <a:blip r:embed="rId5"/>
          <a:stretch>
            <a:fillRect/>
          </a:stretch>
        </p:blipFill>
        <p:spPr>
          <a:xfrm>
            <a:off x="372483" y="8070536"/>
            <a:ext cx="2888971" cy="1746564"/>
          </a:xfrm>
          <a:prstGeom prst="rect">
            <a:avLst/>
          </a:prstGeom>
        </p:spPr>
      </p:pic>
      <p:pic>
        <p:nvPicPr>
          <p:cNvPr id="10" name="Picture 9">
            <a:extLst>
              <a:ext uri="{FF2B5EF4-FFF2-40B4-BE49-F238E27FC236}">
                <a16:creationId xmlns:a16="http://schemas.microsoft.com/office/drawing/2014/main" id="{B8BEA3C7-8A80-E0D9-EFE6-3BBEF6F8ED10}"/>
              </a:ext>
            </a:extLst>
          </p:cNvPr>
          <p:cNvPicPr>
            <a:picLocks noChangeAspect="1"/>
          </p:cNvPicPr>
          <p:nvPr/>
        </p:nvPicPr>
        <p:blipFill>
          <a:blip r:embed="rId6"/>
          <a:stretch>
            <a:fillRect/>
          </a:stretch>
        </p:blipFill>
        <p:spPr>
          <a:xfrm>
            <a:off x="6389125" y="2796841"/>
            <a:ext cx="1613847" cy="1291078"/>
          </a:xfrm>
          <a:prstGeom prst="rect">
            <a:avLst/>
          </a:prstGeom>
        </p:spPr>
      </p:pic>
      <p:pic>
        <p:nvPicPr>
          <p:cNvPr id="12" name="Picture 11" descr="A graph with numbers and a number&#10;&#10;AI-generated content may be incorrect.">
            <a:extLst>
              <a:ext uri="{FF2B5EF4-FFF2-40B4-BE49-F238E27FC236}">
                <a16:creationId xmlns:a16="http://schemas.microsoft.com/office/drawing/2014/main" id="{30D71554-7AE1-CBC4-C993-758A6D9388B7}"/>
              </a:ext>
            </a:extLst>
          </p:cNvPr>
          <p:cNvPicPr>
            <a:picLocks noChangeAspect="1"/>
          </p:cNvPicPr>
          <p:nvPr/>
        </p:nvPicPr>
        <p:blipFill>
          <a:blip r:embed="rId7"/>
          <a:stretch>
            <a:fillRect/>
          </a:stretch>
        </p:blipFill>
        <p:spPr>
          <a:xfrm>
            <a:off x="7899236" y="2796836"/>
            <a:ext cx="1613847" cy="1291078"/>
          </a:xfrm>
          <a:prstGeom prst="rect">
            <a:avLst/>
          </a:prstGeom>
        </p:spPr>
      </p:pic>
    </p:spTree>
  </p:cSld>
  <p:clrMapOvr>
    <a:masterClrMapping/>
  </p:clrMapOvr>
</p:sld>
</file>

<file path=ppt/theme/theme1.xml><?xml version="1.0" encoding="utf-8"?>
<a:theme xmlns:a="http://schemas.openxmlformats.org/drawingml/2006/main" name="Oamk oranssi">
  <a:themeElements>
    <a:clrScheme name="Oamk oranssi 2">
      <a:dk1>
        <a:srgbClr val="000000"/>
      </a:dk1>
      <a:lt1>
        <a:srgbClr val="FFFFFF"/>
      </a:lt1>
      <a:dk2>
        <a:srgbClr val="FD7813"/>
      </a:dk2>
      <a:lt2>
        <a:srgbClr val="E6E6E6"/>
      </a:lt2>
      <a:accent1>
        <a:srgbClr val="FD7813"/>
      </a:accent1>
      <a:accent2>
        <a:srgbClr val="FFA558"/>
      </a:accent2>
      <a:accent3>
        <a:srgbClr val="FFBC86"/>
      </a:accent3>
      <a:accent4>
        <a:srgbClr val="FFD3B1"/>
      </a:accent4>
      <a:accent5>
        <a:srgbClr val="FFE9D9"/>
      </a:accent5>
      <a:accent6>
        <a:srgbClr val="F7F4EC"/>
      </a:accent6>
      <a:hlink>
        <a:srgbClr val="2E809E"/>
      </a:hlink>
      <a:folHlink>
        <a:srgbClr val="3CA5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1570</TotalTime>
  <Words>393</Words>
  <Application>Microsoft Office PowerPoint</Application>
  <PresentationFormat>A3 Paper (297x420 mm)</PresentationFormat>
  <Paragraphs>47</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Arial Narrow</vt:lpstr>
      <vt:lpstr>Arial</vt:lpstr>
      <vt:lpstr>Oamk oranssi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Posterikypsyysnäyte</dc:title>
  <dc:creator>Oamk Tietotekniikka</dc:creator>
  <cp:lastModifiedBy>Meri-Tuulia Turtinen</cp:lastModifiedBy>
  <cp:revision>20</cp:revision>
  <dcterms:modified xsi:type="dcterms:W3CDTF">2025-12-10T09:53:43Z</dcterms:modified>
</cp:coreProperties>
</file>